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6" r:id="rId7"/>
    <p:sldId id="270" r:id="rId8"/>
    <p:sldId id="259" r:id="rId9"/>
    <p:sldId id="268" r:id="rId10"/>
    <p:sldId id="269" r:id="rId11"/>
    <p:sldId id="265" r:id="rId12"/>
    <p:sldId id="272" r:id="rId13"/>
    <p:sldId id="271" r:id="rId14"/>
    <p:sldId id="273" r:id="rId15"/>
    <p:sldId id="277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0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6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1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40670" y="682228"/>
            <a:ext cx="7680179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dirty="0">
                <a:latin typeface="Eco Sans Bold"/>
              </a:rPr>
              <a:t>DE LOS DATOS A UNA PREDICCIÓN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08760"/>
            <a:ext cx="1033272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900" b="0">
                <a:solidFill>
                  <a:srgbClr val="696969"/>
                </a:solidFill>
                <a:latin typeface="Aptos"/>
              </a:rPr>
              <a:t>Ejemplo conceptual de una red neuronal para estimar el valor de una casa</a:t>
            </a:r>
          </a:p>
        </p:txBody>
      </p:sp>
      <p:sp>
        <p:nvSpPr>
          <p:cNvPr id="4" name="Oval 3"/>
          <p:cNvSpPr/>
          <p:nvPr/>
        </p:nvSpPr>
        <p:spPr>
          <a:xfrm>
            <a:off x="1463040" y="2697480"/>
            <a:ext cx="1051560" cy="100584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dirty="0">
                <a:solidFill>
                  <a:srgbClr val="191919"/>
                </a:solidFill>
                <a:latin typeface="Aptos"/>
              </a:rPr>
              <a:t>DATOS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14600" y="3218688"/>
            <a:ext cx="1325880" cy="0"/>
          </a:xfrm>
          <a:prstGeom prst="line">
            <a:avLst/>
          </a:prstGeom>
          <a:ln w="25400">
            <a:solidFill>
              <a:srgbClr val="F2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3675888" y="3163824"/>
            <a:ext cx="109728" cy="109728"/>
          </a:xfrm>
          <a:prstGeom prst="triangle">
            <a:avLst/>
          </a:prstGeom>
          <a:solidFill>
            <a:srgbClr val="F2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977639" y="2743200"/>
            <a:ext cx="960120" cy="960120"/>
          </a:xfrm>
          <a:prstGeom prst="ellipse">
            <a:avLst/>
          </a:prstGeom>
          <a:solidFill>
            <a:srgbClr val="BEDAF4"/>
          </a:solidFill>
          <a:ln>
            <a:solidFill>
              <a:srgbClr val="BE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91919"/>
                </a:solidFill>
                <a:latin typeface="Aptos"/>
              </a:rPr>
              <a:t>RED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0" y="3218688"/>
            <a:ext cx="1325880" cy="0"/>
          </a:xfrm>
          <a:prstGeom prst="line">
            <a:avLst/>
          </a:prstGeom>
          <a:ln w="25400">
            <a:solidFill>
              <a:srgbClr val="F2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6190488" y="3163824"/>
            <a:ext cx="109728" cy="109728"/>
          </a:xfrm>
          <a:prstGeom prst="triangle">
            <a:avLst/>
          </a:prstGeom>
          <a:solidFill>
            <a:srgbClr val="F2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39" y="2743200"/>
            <a:ext cx="1060705" cy="960120"/>
          </a:xfrm>
          <a:prstGeom prst="ellipse">
            <a:avLst/>
          </a:prstGeom>
          <a:solidFill>
            <a:srgbClr val="C9E7BE"/>
          </a:solidFill>
          <a:ln>
            <a:solidFill>
              <a:srgbClr val="C9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91919"/>
                </a:solidFill>
                <a:latin typeface="Aptos"/>
              </a:rPr>
              <a:t>SALIDA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743200"/>
            <a:ext cx="31089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2500" b="1" dirty="0">
                <a:solidFill>
                  <a:srgbClr val="191919"/>
                </a:solidFill>
                <a:latin typeface="Aptos"/>
              </a:rPr>
              <a:t>¿</a:t>
            </a:r>
            <a:r>
              <a:rPr sz="2500" b="1" dirty="0" err="1">
                <a:solidFill>
                  <a:srgbClr val="191919"/>
                </a:solidFill>
                <a:latin typeface="Aptos"/>
              </a:rPr>
              <a:t>Cuánto</a:t>
            </a:r>
            <a:r>
              <a:rPr sz="2500" b="1" dirty="0">
                <a:solidFill>
                  <a:srgbClr val="191919"/>
                </a:solidFill>
                <a:latin typeface="Aptos"/>
              </a:rPr>
              <a:t> vale la casa?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800600"/>
            <a:ext cx="905256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6969"/>
                </a:solidFill>
                <a:latin typeface="Aptos"/>
              </a:rPr>
              <a:t>Las características de la casa se convierten en una predicción.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191919"/>
                </a:solidFill>
                <a:latin typeface="Aptos"/>
              </a:rPr>
              <a:t>Valor de una casa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87552"/>
            <a:ext cx="10908792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9CC6FFBB-D38D-3BA6-3B12-CCE38EA9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141" y="1476350"/>
            <a:ext cx="8741718" cy="494097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31436" y="1047988"/>
            <a:ext cx="7698647" cy="73866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4200" b="1" dirty="0">
                <a:latin typeface="Eco Sans Bold"/>
              </a:rPr>
              <a:t>INGENIERÍA DE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" b="1" dirty="0">
                <a:solidFill>
                  <a:srgbClr val="696969"/>
                </a:solidFill>
                <a:latin typeface="Aptos"/>
              </a:rPr>
              <a:t>FEATURE ENGINEERING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2880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53312" y="2852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m²</a:t>
            </a:r>
          </a:p>
        </p:txBody>
      </p:sp>
      <p:sp>
        <p:nvSpPr>
          <p:cNvPr id="6" name="Oval 5"/>
          <p:cNvSpPr/>
          <p:nvPr/>
        </p:nvSpPr>
        <p:spPr>
          <a:xfrm>
            <a:off x="3429000" y="2880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050791" y="2852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# cuartos</a:t>
            </a:r>
          </a:p>
        </p:txBody>
      </p:sp>
      <p:sp>
        <p:nvSpPr>
          <p:cNvPr id="8" name="Oval 7"/>
          <p:cNvSpPr/>
          <p:nvPr/>
        </p:nvSpPr>
        <p:spPr>
          <a:xfrm>
            <a:off x="6126480" y="2880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48272" y="2852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# baños</a:t>
            </a:r>
          </a:p>
        </p:txBody>
      </p:sp>
      <p:sp>
        <p:nvSpPr>
          <p:cNvPr id="10" name="Oval 9"/>
          <p:cNvSpPr/>
          <p:nvPr/>
        </p:nvSpPr>
        <p:spPr>
          <a:xfrm>
            <a:off x="8823960" y="2880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45752" y="2852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piscina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3995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dist. transporte</a:t>
            </a:r>
          </a:p>
        </p:txBody>
      </p:sp>
      <p:sp>
        <p:nvSpPr>
          <p:cNvPr id="14" name="Oval 13"/>
          <p:cNvSpPr/>
          <p:nvPr/>
        </p:nvSpPr>
        <p:spPr>
          <a:xfrm>
            <a:off x="3429000" y="402336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50791" y="3995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índice delictivo</a:t>
            </a:r>
          </a:p>
        </p:txBody>
      </p:sp>
      <p:sp>
        <p:nvSpPr>
          <p:cNvPr id="16" name="Oval 15"/>
          <p:cNvSpPr/>
          <p:nvPr/>
        </p:nvSpPr>
        <p:spPr>
          <a:xfrm>
            <a:off x="5957315" y="4541520"/>
            <a:ext cx="502920" cy="502920"/>
          </a:xfrm>
          <a:prstGeom prst="ellipse">
            <a:avLst/>
          </a:prstGeom>
          <a:solidFill>
            <a:srgbClr val="FFE091"/>
          </a:solidFill>
          <a:ln>
            <a:solidFill>
              <a:srgbClr val="FFE0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48272" y="3995928"/>
            <a:ext cx="19202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191919"/>
                </a:solidFill>
                <a:latin typeface="Aptos"/>
              </a:rPr>
              <a:t>ruido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49240" y="4315968"/>
            <a:ext cx="1097280" cy="0"/>
          </a:xfrm>
          <a:prstGeom prst="line">
            <a:avLst/>
          </a:prstGeom>
          <a:ln w="25400">
            <a:solidFill>
              <a:srgbClr val="F2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5400000">
            <a:off x="6281928" y="4261104"/>
            <a:ext cx="109728" cy="109728"/>
          </a:xfrm>
          <a:prstGeom prst="triangle">
            <a:avLst/>
          </a:prstGeom>
          <a:solidFill>
            <a:srgbClr val="F2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629400" y="3904487"/>
            <a:ext cx="822960" cy="822960"/>
          </a:xfrm>
          <a:prstGeom prst="ellipse">
            <a:avLst/>
          </a:prstGeom>
          <a:solidFill>
            <a:srgbClr val="BEDAF4"/>
          </a:solidFill>
          <a:ln>
            <a:solidFill>
              <a:srgbClr val="BE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91919"/>
                </a:solidFill>
                <a:latin typeface="Aptos"/>
              </a:rPr>
              <a:t>X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89520" y="4315968"/>
            <a:ext cx="1097280" cy="0"/>
          </a:xfrm>
          <a:prstGeom prst="line">
            <a:avLst/>
          </a:prstGeom>
          <a:ln w="25400">
            <a:solidFill>
              <a:srgbClr val="F2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8522208" y="4261104"/>
            <a:ext cx="109728" cy="109728"/>
          </a:xfrm>
          <a:prstGeom prst="triangle">
            <a:avLst/>
          </a:prstGeom>
          <a:solidFill>
            <a:srgbClr val="F2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0" y="3904487"/>
            <a:ext cx="822960" cy="822960"/>
          </a:xfrm>
          <a:prstGeom prst="ellipse">
            <a:avLst/>
          </a:prstGeom>
          <a:solidFill>
            <a:srgbClr val="C9E7BE"/>
          </a:solidFill>
          <a:ln>
            <a:solidFill>
              <a:srgbClr val="C9E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191919"/>
                </a:solidFill>
                <a:latin typeface="Aptos"/>
              </a:rPr>
              <a:t>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623560"/>
            <a:ext cx="850392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000" b="0">
                <a:solidFill>
                  <a:srgbClr val="696969"/>
                </a:solidFill>
                <a:latin typeface="Aptos"/>
              </a:rPr>
              <a:t>Transformar datos crudos en variables útiles para el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44D97C-0E4F-E180-4EEA-1EA9D1654B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1757047"/>
            <a:ext cx="4619063" cy="303010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C51B35D-63F0-E304-808F-4C6CAF37F9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044" r="47850"/>
          <a:stretch/>
        </p:blipFill>
        <p:spPr>
          <a:xfrm>
            <a:off x="440570" y="63314"/>
            <a:ext cx="1101359" cy="158886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98447A0-3FBB-E851-75C5-017623D23E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150" r="24417"/>
          <a:stretch/>
        </p:blipFill>
        <p:spPr>
          <a:xfrm>
            <a:off x="1766450" y="112788"/>
            <a:ext cx="1101359" cy="156664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C8ABD4B-408C-F01C-B0D0-3F97B08098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8041"/>
          <a:stretch/>
        </p:blipFill>
        <p:spPr>
          <a:xfrm>
            <a:off x="3221469" y="99491"/>
            <a:ext cx="1040803" cy="1579944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95DC5DD-5A1E-59D6-36F0-B21B9031EB00}"/>
              </a:ext>
            </a:extLst>
          </p:cNvPr>
          <p:cNvSpPr txBox="1"/>
          <p:nvPr/>
        </p:nvSpPr>
        <p:spPr>
          <a:xfrm>
            <a:off x="2061882" y="4990293"/>
            <a:ext cx="25997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000" dirty="0">
                <a:latin typeface="Eco Sans Bold"/>
              </a:rPr>
              <a:t>Un pixel solo no define una característica </a:t>
            </a:r>
            <a:endParaRPr lang="en-US" sz="2000" dirty="0">
              <a:latin typeface="Eco Sans Bold"/>
            </a:endParaRPr>
          </a:p>
        </p:txBody>
      </p:sp>
      <p:sp>
        <p:nvSpPr>
          <p:cNvPr id="13" name="TextBox 2"/>
          <p:cNvSpPr txBox="1"/>
          <p:nvPr/>
        </p:nvSpPr>
        <p:spPr>
          <a:xfrm>
            <a:off x="8027943" y="2450613"/>
            <a:ext cx="340972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Arial"/>
              </a:defRPr>
            </a:pPr>
            <a:r>
              <a:rPr dirty="0" err="1"/>
              <a:t>Capa</a:t>
            </a:r>
            <a:r>
              <a:rPr dirty="0"/>
              <a:t> de entrada</a:t>
            </a:r>
          </a:p>
        </p:txBody>
      </p:sp>
      <p:sp>
        <p:nvSpPr>
          <p:cNvPr id="14" name="TextBox 3"/>
          <p:cNvSpPr txBox="1"/>
          <p:nvPr/>
        </p:nvSpPr>
        <p:spPr>
          <a:xfrm>
            <a:off x="7566218" y="3095244"/>
            <a:ext cx="422640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000000"/>
                </a:solidFill>
                <a:latin typeface="Arial"/>
              </a:defRPr>
            </a:pPr>
            <a:r>
              <a:rPr dirty="0"/>
              <a:t>Un </a:t>
            </a:r>
            <a:r>
              <a:rPr dirty="0" err="1"/>
              <a:t>píxel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neurona</a:t>
            </a:r>
            <a:endParaRPr dirty="0"/>
          </a:p>
        </p:txBody>
      </p:sp>
      <p:sp>
        <p:nvSpPr>
          <p:cNvPr id="15" name="Oval 4"/>
          <p:cNvSpPr/>
          <p:nvPr/>
        </p:nvSpPr>
        <p:spPr>
          <a:xfrm>
            <a:off x="7142633" y="30175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" name="Connector 5"/>
          <p:cNvCxnSpPr/>
          <p:nvPr/>
        </p:nvCxnSpPr>
        <p:spPr>
          <a:xfrm flipV="1">
            <a:off x="5085232" y="374904"/>
            <a:ext cx="2057401" cy="275234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6"/>
          <p:cNvSpPr/>
          <p:nvPr/>
        </p:nvSpPr>
        <p:spPr>
          <a:xfrm>
            <a:off x="7142633" y="52578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" name="Connector 7"/>
          <p:cNvCxnSpPr/>
          <p:nvPr/>
        </p:nvCxnSpPr>
        <p:spPr>
          <a:xfrm flipV="1">
            <a:off x="5085232" y="598932"/>
            <a:ext cx="2057401" cy="252831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8"/>
          <p:cNvSpPr/>
          <p:nvPr/>
        </p:nvSpPr>
        <p:spPr>
          <a:xfrm>
            <a:off x="7142633" y="74980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" name="Connector 9"/>
          <p:cNvCxnSpPr/>
          <p:nvPr/>
        </p:nvCxnSpPr>
        <p:spPr>
          <a:xfrm flipV="1">
            <a:off x="5085232" y="822960"/>
            <a:ext cx="2057401" cy="230428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10"/>
          <p:cNvSpPr/>
          <p:nvPr/>
        </p:nvSpPr>
        <p:spPr>
          <a:xfrm>
            <a:off x="7142633" y="97383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" name="Connector 11"/>
          <p:cNvCxnSpPr/>
          <p:nvPr/>
        </p:nvCxnSpPr>
        <p:spPr>
          <a:xfrm flipV="1">
            <a:off x="5085232" y="1046988"/>
            <a:ext cx="2057401" cy="208026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12"/>
          <p:cNvSpPr/>
          <p:nvPr/>
        </p:nvSpPr>
        <p:spPr>
          <a:xfrm>
            <a:off x="7142633" y="1197864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" name="Connector 13"/>
          <p:cNvCxnSpPr/>
          <p:nvPr/>
        </p:nvCxnSpPr>
        <p:spPr>
          <a:xfrm flipV="1">
            <a:off x="5085232" y="1271016"/>
            <a:ext cx="2057401" cy="185623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14"/>
          <p:cNvSpPr/>
          <p:nvPr/>
        </p:nvSpPr>
        <p:spPr>
          <a:xfrm>
            <a:off x="7142633" y="142189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" name="Connector 15"/>
          <p:cNvCxnSpPr/>
          <p:nvPr/>
        </p:nvCxnSpPr>
        <p:spPr>
          <a:xfrm flipV="1">
            <a:off x="5085232" y="1495044"/>
            <a:ext cx="2057401" cy="163220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16"/>
          <p:cNvSpPr/>
          <p:nvPr/>
        </p:nvSpPr>
        <p:spPr>
          <a:xfrm>
            <a:off x="7142633" y="164592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17"/>
          <p:cNvCxnSpPr/>
          <p:nvPr/>
        </p:nvCxnSpPr>
        <p:spPr>
          <a:xfrm flipV="1">
            <a:off x="5085232" y="1719072"/>
            <a:ext cx="2057401" cy="140817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18"/>
          <p:cNvSpPr/>
          <p:nvPr/>
        </p:nvSpPr>
        <p:spPr>
          <a:xfrm>
            <a:off x="7142633" y="1869947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" name="Connector 19"/>
          <p:cNvCxnSpPr/>
          <p:nvPr/>
        </p:nvCxnSpPr>
        <p:spPr>
          <a:xfrm flipV="1">
            <a:off x="5085232" y="1943100"/>
            <a:ext cx="2057401" cy="118414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20"/>
          <p:cNvSpPr/>
          <p:nvPr/>
        </p:nvSpPr>
        <p:spPr>
          <a:xfrm>
            <a:off x="7142633" y="209397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21"/>
          <p:cNvCxnSpPr/>
          <p:nvPr/>
        </p:nvCxnSpPr>
        <p:spPr>
          <a:xfrm flipV="1">
            <a:off x="5085232" y="2167128"/>
            <a:ext cx="2057401" cy="96012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22"/>
          <p:cNvSpPr/>
          <p:nvPr/>
        </p:nvSpPr>
        <p:spPr>
          <a:xfrm>
            <a:off x="7142633" y="2318004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23"/>
          <p:cNvCxnSpPr/>
          <p:nvPr/>
        </p:nvCxnSpPr>
        <p:spPr>
          <a:xfrm flipV="1">
            <a:off x="5085232" y="2391156"/>
            <a:ext cx="2057401" cy="73609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24"/>
          <p:cNvSpPr/>
          <p:nvPr/>
        </p:nvSpPr>
        <p:spPr>
          <a:xfrm>
            <a:off x="7142633" y="254203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25"/>
          <p:cNvCxnSpPr/>
          <p:nvPr/>
        </p:nvCxnSpPr>
        <p:spPr>
          <a:xfrm flipV="1">
            <a:off x="5085232" y="2615184"/>
            <a:ext cx="2057401" cy="51206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26"/>
          <p:cNvSpPr/>
          <p:nvPr/>
        </p:nvSpPr>
        <p:spPr>
          <a:xfrm>
            <a:off x="7142633" y="276606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" name="Connector 27"/>
          <p:cNvCxnSpPr/>
          <p:nvPr/>
        </p:nvCxnSpPr>
        <p:spPr>
          <a:xfrm flipV="1">
            <a:off x="5085232" y="2839212"/>
            <a:ext cx="2057401" cy="28803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28"/>
          <p:cNvSpPr/>
          <p:nvPr/>
        </p:nvSpPr>
        <p:spPr>
          <a:xfrm>
            <a:off x="7142633" y="299008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" name="Connector 29"/>
          <p:cNvCxnSpPr/>
          <p:nvPr/>
        </p:nvCxnSpPr>
        <p:spPr>
          <a:xfrm flipV="1">
            <a:off x="5085232" y="3063240"/>
            <a:ext cx="2057401" cy="6400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30"/>
          <p:cNvSpPr/>
          <p:nvPr/>
        </p:nvSpPr>
        <p:spPr>
          <a:xfrm>
            <a:off x="7142633" y="321411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" name="Connector 31"/>
          <p:cNvCxnSpPr/>
          <p:nvPr/>
        </p:nvCxnSpPr>
        <p:spPr>
          <a:xfrm>
            <a:off x="5085232" y="3127248"/>
            <a:ext cx="2057401" cy="16002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32"/>
          <p:cNvSpPr/>
          <p:nvPr/>
        </p:nvSpPr>
        <p:spPr>
          <a:xfrm>
            <a:off x="7142633" y="3438143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" name="Connector 33"/>
          <p:cNvCxnSpPr/>
          <p:nvPr/>
        </p:nvCxnSpPr>
        <p:spPr>
          <a:xfrm>
            <a:off x="5085232" y="3127248"/>
            <a:ext cx="2057401" cy="38404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34"/>
          <p:cNvSpPr/>
          <p:nvPr/>
        </p:nvSpPr>
        <p:spPr>
          <a:xfrm>
            <a:off x="7142633" y="366217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35"/>
          <p:cNvCxnSpPr/>
          <p:nvPr/>
        </p:nvCxnSpPr>
        <p:spPr>
          <a:xfrm>
            <a:off x="5085232" y="3127248"/>
            <a:ext cx="2057401" cy="60807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36"/>
          <p:cNvSpPr/>
          <p:nvPr/>
        </p:nvSpPr>
        <p:spPr>
          <a:xfrm>
            <a:off x="7142633" y="388620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" name="Connector 37"/>
          <p:cNvCxnSpPr/>
          <p:nvPr/>
        </p:nvCxnSpPr>
        <p:spPr>
          <a:xfrm>
            <a:off x="5085232" y="3127248"/>
            <a:ext cx="2057401" cy="83210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38"/>
          <p:cNvSpPr/>
          <p:nvPr/>
        </p:nvSpPr>
        <p:spPr>
          <a:xfrm>
            <a:off x="7142633" y="411022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" name="Connector 39"/>
          <p:cNvCxnSpPr/>
          <p:nvPr/>
        </p:nvCxnSpPr>
        <p:spPr>
          <a:xfrm>
            <a:off x="5085232" y="3127248"/>
            <a:ext cx="2057401" cy="105613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40"/>
          <p:cNvSpPr/>
          <p:nvPr/>
        </p:nvSpPr>
        <p:spPr>
          <a:xfrm>
            <a:off x="7142633" y="433425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" name="Connector 41"/>
          <p:cNvCxnSpPr/>
          <p:nvPr/>
        </p:nvCxnSpPr>
        <p:spPr>
          <a:xfrm>
            <a:off x="5085232" y="3127248"/>
            <a:ext cx="2057401" cy="128016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42"/>
          <p:cNvSpPr/>
          <p:nvPr/>
        </p:nvSpPr>
        <p:spPr>
          <a:xfrm>
            <a:off x="7142633" y="4558284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" name="Connector 43"/>
          <p:cNvCxnSpPr/>
          <p:nvPr/>
        </p:nvCxnSpPr>
        <p:spPr>
          <a:xfrm>
            <a:off x="5085232" y="3127248"/>
            <a:ext cx="2057401" cy="150418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44"/>
          <p:cNvSpPr/>
          <p:nvPr/>
        </p:nvSpPr>
        <p:spPr>
          <a:xfrm>
            <a:off x="7142633" y="478231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Connector 45"/>
          <p:cNvCxnSpPr/>
          <p:nvPr/>
        </p:nvCxnSpPr>
        <p:spPr>
          <a:xfrm>
            <a:off x="5085232" y="3127248"/>
            <a:ext cx="2057401" cy="172821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46"/>
          <p:cNvSpPr/>
          <p:nvPr/>
        </p:nvSpPr>
        <p:spPr>
          <a:xfrm>
            <a:off x="7142633" y="500634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" name="Connector 47"/>
          <p:cNvCxnSpPr/>
          <p:nvPr/>
        </p:nvCxnSpPr>
        <p:spPr>
          <a:xfrm>
            <a:off x="5085232" y="3127248"/>
            <a:ext cx="2057401" cy="195224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48"/>
          <p:cNvSpPr/>
          <p:nvPr/>
        </p:nvSpPr>
        <p:spPr>
          <a:xfrm>
            <a:off x="7142633" y="523036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" name="Connector 49"/>
          <p:cNvCxnSpPr/>
          <p:nvPr/>
        </p:nvCxnSpPr>
        <p:spPr>
          <a:xfrm>
            <a:off x="5085232" y="3127248"/>
            <a:ext cx="2057401" cy="217627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Oval 50"/>
          <p:cNvSpPr/>
          <p:nvPr/>
        </p:nvSpPr>
        <p:spPr>
          <a:xfrm>
            <a:off x="7142633" y="5454396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51"/>
          <p:cNvCxnSpPr/>
          <p:nvPr/>
        </p:nvCxnSpPr>
        <p:spPr>
          <a:xfrm>
            <a:off x="5085232" y="3127248"/>
            <a:ext cx="2057401" cy="2400300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Oval 52"/>
          <p:cNvSpPr/>
          <p:nvPr/>
        </p:nvSpPr>
        <p:spPr>
          <a:xfrm>
            <a:off x="7142633" y="5678424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" name="Connector 53"/>
          <p:cNvCxnSpPr/>
          <p:nvPr/>
        </p:nvCxnSpPr>
        <p:spPr>
          <a:xfrm>
            <a:off x="5085232" y="3127248"/>
            <a:ext cx="2057401" cy="2624328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54"/>
          <p:cNvSpPr/>
          <p:nvPr/>
        </p:nvSpPr>
        <p:spPr>
          <a:xfrm>
            <a:off x="7142633" y="5902452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" name="Connector 55"/>
          <p:cNvCxnSpPr/>
          <p:nvPr/>
        </p:nvCxnSpPr>
        <p:spPr>
          <a:xfrm>
            <a:off x="5085232" y="3127248"/>
            <a:ext cx="2057401" cy="2848356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Oval 56"/>
          <p:cNvSpPr/>
          <p:nvPr/>
        </p:nvSpPr>
        <p:spPr>
          <a:xfrm>
            <a:off x="7142633" y="6126480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" name="Connector 57"/>
          <p:cNvCxnSpPr/>
          <p:nvPr/>
        </p:nvCxnSpPr>
        <p:spPr>
          <a:xfrm>
            <a:off x="5085232" y="3127248"/>
            <a:ext cx="2057401" cy="3072384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58"/>
          <p:cNvSpPr/>
          <p:nvPr/>
        </p:nvSpPr>
        <p:spPr>
          <a:xfrm>
            <a:off x="7142633" y="6350508"/>
            <a:ext cx="146304" cy="146304"/>
          </a:xfrm>
          <a:prstGeom prst="ellipse">
            <a:avLst/>
          </a:prstGeom>
          <a:solidFill>
            <a:srgbClr val="CDEBBE"/>
          </a:solidFill>
          <a:ln w="1524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" name="Connector 59"/>
          <p:cNvCxnSpPr/>
          <p:nvPr/>
        </p:nvCxnSpPr>
        <p:spPr>
          <a:xfrm>
            <a:off x="5085232" y="3127248"/>
            <a:ext cx="2057401" cy="3296412"/>
          </a:xfrm>
          <a:prstGeom prst="line">
            <a:avLst/>
          </a:prstGeom>
          <a:ln w="177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658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upo 22">
            <a:extLst>
              <a:ext uri="{FF2B5EF4-FFF2-40B4-BE49-F238E27FC236}">
                <a16:creationId xmlns:a16="http://schemas.microsoft.com/office/drawing/2014/main" id="{12EB6B1D-26E8-0F5B-CDE9-1B6CB0CECD42}"/>
              </a:ext>
            </a:extLst>
          </p:cNvPr>
          <p:cNvGrpSpPr/>
          <p:nvPr/>
        </p:nvGrpSpPr>
        <p:grpSpPr>
          <a:xfrm>
            <a:off x="138909" y="701948"/>
            <a:ext cx="4949163" cy="1126472"/>
            <a:chOff x="146873" y="234596"/>
            <a:chExt cx="4949163" cy="112647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A2BDE379-9724-8DB3-EF03-14FC8B9A93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6873" y="234596"/>
              <a:ext cx="1107161" cy="1126472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4103F8C0-3EBB-9261-E765-91A78A78CB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35387" y="234596"/>
              <a:ext cx="1115682" cy="1126472"/>
            </a:xfrm>
            <a:prstGeom prst="rect">
              <a:avLst/>
            </a:prstGeom>
          </p:spPr>
        </p:pic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5E191624-C094-F2DF-8CFF-4A7939E02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746512" y="234596"/>
              <a:ext cx="1094651" cy="1126472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E25E73CA-0BEF-BA7C-89E4-D8D5FCDE58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86730" y="234597"/>
              <a:ext cx="1109306" cy="1126471"/>
            </a:xfrm>
            <a:prstGeom prst="rect">
              <a:avLst/>
            </a:prstGeom>
          </p:spPr>
        </p:pic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4A869842-6A06-5DFE-3DBD-2CFDC2B8AC8F}"/>
                </a:ext>
              </a:extLst>
            </p:cNvPr>
            <p:cNvSpPr/>
            <p:nvPr/>
          </p:nvSpPr>
          <p:spPr>
            <a:xfrm>
              <a:off x="496389" y="924195"/>
              <a:ext cx="144742" cy="101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D6D5E948-F0DD-7917-FC5D-563E88AA13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5719" y="128342"/>
            <a:ext cx="914385" cy="123272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44EF6F29-86EB-8444-3D44-E3220A897A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4038" y="1502302"/>
            <a:ext cx="914385" cy="1232726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EBFF181-6E09-4005-8B09-3697DF61C24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389" y="503589"/>
            <a:ext cx="1395288" cy="152319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30DD14B5-ADE7-61C2-1DA5-F173061A645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3494" b="14070"/>
          <a:stretch/>
        </p:blipFill>
        <p:spPr>
          <a:xfrm>
            <a:off x="7649677" y="1879036"/>
            <a:ext cx="4416357" cy="1066347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CD29B20D-0E29-3BA0-7D41-4DDB3B654F09}"/>
              </a:ext>
            </a:extLst>
          </p:cNvPr>
          <p:cNvSpPr txBox="1"/>
          <p:nvPr/>
        </p:nvSpPr>
        <p:spPr>
          <a:xfrm>
            <a:off x="8608326" y="749234"/>
            <a:ext cx="34447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Eco Sans Bold"/>
              </a:rPr>
              <a:t>CARACTERÍSTICAS</a:t>
            </a:r>
            <a:endParaRPr lang="en-US" sz="32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277B882D-B775-B45B-00B1-2E9E48708C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18363" y="3147233"/>
            <a:ext cx="792853" cy="1264731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12DE8F0E-9D1E-E681-E3BF-5BAF581B8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400" y="3147233"/>
            <a:ext cx="1115684" cy="1126473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4272FA08-A891-EECA-2327-9B13B5A1E02A}"/>
              </a:ext>
            </a:extLst>
          </p:cNvPr>
          <p:cNvSpPr txBox="1"/>
          <p:nvPr/>
        </p:nvSpPr>
        <p:spPr>
          <a:xfrm>
            <a:off x="4063645" y="3241782"/>
            <a:ext cx="208104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3200" b="1" dirty="0">
                <a:latin typeface="Eco Sans Bold"/>
              </a:rPr>
              <a:t>Numero de Círculos</a:t>
            </a:r>
            <a:endParaRPr lang="en-US" sz="3200" b="1" dirty="0">
              <a:latin typeface="Eco Sans Bold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220A1B3-27E5-7418-1614-51ACD2BE3A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407" y="3179239"/>
            <a:ext cx="914385" cy="123272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3B7E6DEF-E205-52C4-0839-8868301273D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9677" y="3152165"/>
            <a:ext cx="792853" cy="1259800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69B21DC8-82FF-D45F-E0EA-443AA76A1A7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12707" y="4956993"/>
            <a:ext cx="3153274" cy="1276668"/>
          </a:xfrm>
          <a:prstGeom prst="rect">
            <a:avLst/>
          </a:prstGeom>
        </p:spPr>
      </p:pic>
      <p:pic>
        <p:nvPicPr>
          <p:cNvPr id="38" name="Imagen 37">
            <a:extLst>
              <a:ext uri="{FF2B5EF4-FFF2-40B4-BE49-F238E27FC236}">
                <a16:creationId xmlns:a16="http://schemas.microsoft.com/office/drawing/2014/main" id="{B9707919-EDD5-8C57-8325-34B7D0270C8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3137" y="4797116"/>
            <a:ext cx="3476523" cy="1386408"/>
          </a:xfrm>
          <a:prstGeom prst="rect">
            <a:avLst/>
          </a:prstGeom>
        </p:spPr>
      </p:pic>
      <p:grpSp>
        <p:nvGrpSpPr>
          <p:cNvPr id="41" name="Grupo 40">
            <a:extLst>
              <a:ext uri="{FF2B5EF4-FFF2-40B4-BE49-F238E27FC236}">
                <a16:creationId xmlns:a16="http://schemas.microsoft.com/office/drawing/2014/main" id="{C404CA72-8584-6E1D-171E-2F49639C4F48}"/>
              </a:ext>
            </a:extLst>
          </p:cNvPr>
          <p:cNvGrpSpPr/>
          <p:nvPr/>
        </p:nvGrpSpPr>
        <p:grpSpPr>
          <a:xfrm>
            <a:off x="8543884" y="3490411"/>
            <a:ext cx="3208345" cy="637321"/>
            <a:chOff x="8991974" y="3782279"/>
            <a:chExt cx="3208345" cy="637321"/>
          </a:xfrm>
        </p:grpSpPr>
        <p:pic>
          <p:nvPicPr>
            <p:cNvPr id="39" name="Imagen 38">
              <a:extLst>
                <a:ext uri="{FF2B5EF4-FFF2-40B4-BE49-F238E27FC236}">
                  <a16:creationId xmlns:a16="http://schemas.microsoft.com/office/drawing/2014/main" id="{A5E16161-3E1B-FAF4-D4F9-56C5D56355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3"/>
            <a:srcRect r="4047" b="52204"/>
            <a:stretch/>
          </p:blipFill>
          <p:spPr>
            <a:xfrm>
              <a:off x="8991974" y="3782279"/>
              <a:ext cx="3208345" cy="637321"/>
            </a:xfrm>
            <a:prstGeom prst="rect">
              <a:avLst/>
            </a:prstGeom>
          </p:spPr>
        </p:pic>
        <p:sp>
          <p:nvSpPr>
            <p:cNvPr id="40" name="CuadroTexto 39">
              <a:extLst>
                <a:ext uri="{FF2B5EF4-FFF2-40B4-BE49-F238E27FC236}">
                  <a16:creationId xmlns:a16="http://schemas.microsoft.com/office/drawing/2014/main" id="{7EE1F8D9-5B3D-0D05-3BEE-370545726F2E}"/>
                </a:ext>
              </a:extLst>
            </p:cNvPr>
            <p:cNvSpPr txBox="1"/>
            <p:nvPr/>
          </p:nvSpPr>
          <p:spPr>
            <a:xfrm>
              <a:off x="11565299" y="3931440"/>
              <a:ext cx="626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latin typeface="Eco Sans Bold"/>
                </a:rPr>
                <a:t>2 / 1</a:t>
              </a:r>
              <a:endParaRPr lang="en-US" b="1" dirty="0">
                <a:latin typeface="Eco Sans Bold"/>
              </a:endParaRPr>
            </a:p>
          </p:txBody>
        </p:sp>
      </p:grpSp>
      <p:sp>
        <p:nvSpPr>
          <p:cNvPr id="42" name="CuadroTexto 41">
            <a:extLst>
              <a:ext uri="{FF2B5EF4-FFF2-40B4-BE49-F238E27FC236}">
                <a16:creationId xmlns:a16="http://schemas.microsoft.com/office/drawing/2014/main" id="{DDCF33EF-F279-7B9A-7074-CE984060DD1B}"/>
              </a:ext>
            </a:extLst>
          </p:cNvPr>
          <p:cNvSpPr txBox="1"/>
          <p:nvPr/>
        </p:nvSpPr>
        <p:spPr>
          <a:xfrm>
            <a:off x="9676900" y="5595327"/>
            <a:ext cx="62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0 / 1</a:t>
            </a:r>
            <a:endParaRPr lang="en-US" b="1" dirty="0">
              <a:latin typeface="Eco Sans Bold"/>
            </a:endParaRP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9185103-3F19-A03F-6727-D0F5B9D3105F}"/>
              </a:ext>
            </a:extLst>
          </p:cNvPr>
          <p:cNvSpPr txBox="1"/>
          <p:nvPr/>
        </p:nvSpPr>
        <p:spPr>
          <a:xfrm>
            <a:off x="9689319" y="4990196"/>
            <a:ext cx="62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2 / 1</a:t>
            </a:r>
            <a:endParaRPr lang="en-US" b="1" dirty="0">
              <a:latin typeface="Eco Sans Bold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C0614F0E-D917-F0FF-2148-520EFAA49AAF}"/>
              </a:ext>
            </a:extLst>
          </p:cNvPr>
          <p:cNvSpPr txBox="1"/>
          <p:nvPr/>
        </p:nvSpPr>
        <p:spPr>
          <a:xfrm>
            <a:off x="4852033" y="6126332"/>
            <a:ext cx="15967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Eco Sans Bold"/>
              </a:rPr>
              <a:t>Circulo y línea a la derecha</a:t>
            </a:r>
            <a:endParaRPr lang="en-US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640727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25F70818-E1AC-EB15-A96C-87652D3A55E0}"/>
              </a:ext>
            </a:extLst>
          </p:cNvPr>
          <p:cNvSpPr/>
          <p:nvPr/>
        </p:nvSpPr>
        <p:spPr>
          <a:xfrm>
            <a:off x="402165" y="1958421"/>
            <a:ext cx="2150533" cy="592667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0"/>
                  <a:lumOff val="100000"/>
                </a:schemeClr>
              </a:gs>
              <a:gs pos="35000">
                <a:schemeClr val="accent3">
                  <a:lumMod val="0"/>
                  <a:lumOff val="100000"/>
                </a:schemeClr>
              </a:gs>
              <a:gs pos="100000">
                <a:schemeClr val="accent3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co Sans Bold"/>
              </a:rPr>
              <a:t>RECIBE LOS PIXELES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4ABC35B8-161E-2BC7-460F-033BB2223478}"/>
              </a:ext>
            </a:extLst>
          </p:cNvPr>
          <p:cNvSpPr/>
          <p:nvPr/>
        </p:nvSpPr>
        <p:spPr>
          <a:xfrm>
            <a:off x="402166" y="5175755"/>
            <a:ext cx="2150533" cy="592667"/>
          </a:xfrm>
          <a:prstGeom prst="roundRect">
            <a:avLst/>
          </a:prstGeom>
          <a:gradFill flip="none" rotWithShape="1">
            <a:gsLst>
              <a:gs pos="0">
                <a:schemeClr val="accent2">
                  <a:lumMod val="0"/>
                  <a:lumOff val="100000"/>
                </a:schemeClr>
              </a:gs>
              <a:gs pos="35000">
                <a:schemeClr val="accent2">
                  <a:lumMod val="0"/>
                  <a:lumOff val="100000"/>
                </a:schemeClr>
              </a:gs>
              <a:gs pos="100000">
                <a:schemeClr val="accent2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Eco Sans Bold"/>
              </a:rPr>
              <a:t>CLASIFICA CON CAPAS REGULARES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F06B8A38-A52F-8F63-F77B-70836BD13A98}"/>
              </a:ext>
            </a:extLst>
          </p:cNvPr>
          <p:cNvSpPr/>
          <p:nvPr/>
        </p:nvSpPr>
        <p:spPr>
          <a:xfrm>
            <a:off x="402167" y="3562856"/>
            <a:ext cx="2150533" cy="592667"/>
          </a:xfrm>
          <a:prstGeom prst="roundRect">
            <a:avLst/>
          </a:prstGeom>
          <a:gradFill flip="none" rotWithShape="1">
            <a:gsLst>
              <a:gs pos="0">
                <a:schemeClr val="accent5">
                  <a:lumMod val="5000"/>
                  <a:lumOff val="95000"/>
                </a:schemeClr>
              </a:gs>
              <a:gs pos="74000">
                <a:schemeClr val="accent5">
                  <a:lumMod val="45000"/>
                  <a:lumOff val="55000"/>
                </a:schemeClr>
              </a:gs>
              <a:gs pos="83000">
                <a:schemeClr val="accent5">
                  <a:lumMod val="45000"/>
                  <a:lumOff val="55000"/>
                </a:schemeClr>
              </a:gs>
              <a:gs pos="100000">
                <a:schemeClr val="accent5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006464"/>
                </a:solidFill>
                <a:latin typeface="Eco Sans Bold"/>
              </a:rPr>
              <a:t>EXTRAE CARACTERÍSTICAS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2DF7766-5D4E-4951-95D4-FBAA111411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044" r="47850"/>
          <a:stretch/>
        </p:blipFill>
        <p:spPr>
          <a:xfrm>
            <a:off x="5313137" y="1440345"/>
            <a:ext cx="1101359" cy="158886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DA97BC8-57B0-8757-0BB5-BB0683AC79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150" r="24417"/>
          <a:stretch/>
        </p:blipFill>
        <p:spPr>
          <a:xfrm>
            <a:off x="6639017" y="1489819"/>
            <a:ext cx="1101359" cy="156664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C4C9EEA-4EB1-E433-8246-028BCF5534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041"/>
          <a:stretch/>
        </p:blipFill>
        <p:spPr>
          <a:xfrm>
            <a:off x="8094036" y="1476522"/>
            <a:ext cx="1040803" cy="1579944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A124EE6E-2F72-CF19-E00D-793EFAB38BE9}"/>
              </a:ext>
            </a:extLst>
          </p:cNvPr>
          <p:cNvGrpSpPr/>
          <p:nvPr/>
        </p:nvGrpSpPr>
        <p:grpSpPr>
          <a:xfrm>
            <a:off x="3233715" y="5045370"/>
            <a:ext cx="2752353" cy="1081473"/>
            <a:chOff x="3978667" y="4092870"/>
            <a:chExt cx="2752353" cy="1081473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C45878C8-3F66-B8D5-3A6C-607020F297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8667" y="4092870"/>
              <a:ext cx="2711876" cy="1081473"/>
            </a:xfrm>
            <a:prstGeom prst="rect">
              <a:avLst/>
            </a:prstGeom>
          </p:spPr>
        </p:pic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B15FBDFC-4C8A-1F7E-E3EE-B10A8932A168}"/>
                </a:ext>
              </a:extLst>
            </p:cNvPr>
            <p:cNvSpPr txBox="1"/>
            <p:nvPr/>
          </p:nvSpPr>
          <p:spPr>
            <a:xfrm>
              <a:off x="6087668" y="4698001"/>
              <a:ext cx="626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latin typeface="Eco Sans Bold"/>
                </a:rPr>
                <a:t> 1</a:t>
              </a:r>
              <a:endParaRPr lang="en-US" b="1" dirty="0">
                <a:latin typeface="Eco Sans Bold"/>
              </a:endParaRP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67DEE32-B527-0113-8759-FA3653B70E19}"/>
                </a:ext>
              </a:extLst>
            </p:cNvPr>
            <p:cNvSpPr txBox="1"/>
            <p:nvPr/>
          </p:nvSpPr>
          <p:spPr>
            <a:xfrm>
              <a:off x="6104319" y="4147905"/>
              <a:ext cx="626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>
                  <a:latin typeface="Eco Sans Bold"/>
                </a:rPr>
                <a:t> 1</a:t>
              </a:r>
              <a:endParaRPr lang="en-US" b="1" dirty="0">
                <a:latin typeface="Eco Sans Bold"/>
              </a:endParaRPr>
            </a:p>
          </p:txBody>
        </p:sp>
      </p:grpSp>
      <p:pic>
        <p:nvPicPr>
          <p:cNvPr id="16" name="Imagen 15">
            <a:extLst>
              <a:ext uri="{FF2B5EF4-FFF2-40B4-BE49-F238E27FC236}">
                <a16:creationId xmlns:a16="http://schemas.microsoft.com/office/drawing/2014/main" id="{AFFBCA98-E688-782F-7CF4-0778EC8CD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698" y="5106978"/>
            <a:ext cx="2711876" cy="108147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277F2BA-9594-F519-9339-2533464E4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055" y="5109764"/>
            <a:ext cx="2711876" cy="108147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7A07478-74B6-3E56-1AB6-1B2B40C29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1374" y="3594979"/>
            <a:ext cx="612662" cy="97348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A5C2261-F128-827B-6B0F-9CC5A3DDEDF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4867" t="13494" r="50194" b="14070"/>
          <a:stretch/>
        </p:blipFill>
        <p:spPr>
          <a:xfrm>
            <a:off x="4038973" y="3562856"/>
            <a:ext cx="1101359" cy="106634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6A89EC5B-5FE2-623A-96BE-5C72936C3F7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71382"/>
          <a:stretch/>
        </p:blipFill>
        <p:spPr>
          <a:xfrm>
            <a:off x="10332179" y="3775110"/>
            <a:ext cx="723394" cy="1023427"/>
          </a:xfrm>
          <a:prstGeom prst="rect">
            <a:avLst/>
          </a:prstGeom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2A19A91C-B33F-D1C9-D5B6-2932BAF0543F}"/>
              </a:ext>
            </a:extLst>
          </p:cNvPr>
          <p:cNvSpPr/>
          <p:nvPr/>
        </p:nvSpPr>
        <p:spPr>
          <a:xfrm>
            <a:off x="10332179" y="3775110"/>
            <a:ext cx="723394" cy="102342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D323EF8-E097-218F-0D4B-76A8401CB491}"/>
              </a:ext>
            </a:extLst>
          </p:cNvPr>
          <p:cNvSpPr txBox="1"/>
          <p:nvPr/>
        </p:nvSpPr>
        <p:spPr>
          <a:xfrm>
            <a:off x="8483395" y="5175755"/>
            <a:ext cx="5781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atin typeface="Eco Sans Bold"/>
              </a:rPr>
              <a:t>2</a:t>
            </a:r>
            <a:endParaRPr lang="en-US" sz="2000" b="1" dirty="0">
              <a:latin typeface="Eco Sans Bold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EABDE4B-7EA9-1736-0426-7F4E3D67F3D8}"/>
              </a:ext>
            </a:extLst>
          </p:cNvPr>
          <p:cNvSpPr txBox="1"/>
          <p:nvPr/>
        </p:nvSpPr>
        <p:spPr>
          <a:xfrm>
            <a:off x="8483395" y="5682103"/>
            <a:ext cx="36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atin typeface="Eco Sans Bold"/>
              </a:rPr>
              <a:t>0</a:t>
            </a:r>
            <a:endParaRPr lang="en-US" sz="2000" b="1" dirty="0">
              <a:latin typeface="Eco Sans Bold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FCDCE66-2667-E5A1-5096-C539C1EFD22A}"/>
              </a:ext>
            </a:extLst>
          </p:cNvPr>
          <p:cNvSpPr txBox="1"/>
          <p:nvPr/>
        </p:nvSpPr>
        <p:spPr>
          <a:xfrm>
            <a:off x="11431185" y="5682103"/>
            <a:ext cx="3616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>
                <a:latin typeface="Eco Sans Bold"/>
              </a:rPr>
              <a:t>0</a:t>
            </a:r>
            <a:endParaRPr lang="en-US" sz="2000" b="1" dirty="0">
              <a:latin typeface="Eco Sans Bold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11F46F7-B7C5-5F62-A425-02424301FDD4}"/>
              </a:ext>
            </a:extLst>
          </p:cNvPr>
          <p:cNvSpPr txBox="1"/>
          <p:nvPr/>
        </p:nvSpPr>
        <p:spPr>
          <a:xfrm>
            <a:off x="11349230" y="5191144"/>
            <a:ext cx="62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 1</a:t>
            </a:r>
            <a:endParaRPr lang="en-US" b="1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2859567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2301" y="-1189"/>
            <a:ext cx="17967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141414"/>
                </a:solidFill>
                <a:latin typeface="Arial"/>
              </a:rPr>
              <a:t>Capa</a:t>
            </a:r>
            <a:r>
              <a:rPr sz="2400" b="1" dirty="0">
                <a:solidFill>
                  <a:srgbClr val="141414"/>
                </a:solidFill>
                <a:latin typeface="Arial"/>
              </a:rPr>
              <a:t> de entrada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14615" y="97274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41414"/>
                </a:solidFill>
                <a:latin typeface="Arial"/>
              </a:rPr>
              <a:t>Oculta</a:t>
            </a:r>
            <a:endParaRPr sz="22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96392" y="983734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 err="1">
                <a:solidFill>
                  <a:srgbClr val="141414"/>
                </a:solidFill>
                <a:latin typeface="Arial"/>
              </a:rPr>
              <a:t>Oculta</a:t>
            </a:r>
            <a:endParaRPr sz="22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191811" y="76529"/>
            <a:ext cx="14630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 err="1">
                <a:solidFill>
                  <a:srgbClr val="141414"/>
                </a:solidFill>
                <a:latin typeface="Arial"/>
              </a:rPr>
              <a:t>Capa</a:t>
            </a:r>
            <a:r>
              <a:rPr sz="24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sz="2400" b="1" dirty="0" err="1">
                <a:solidFill>
                  <a:srgbClr val="141414"/>
                </a:solidFill>
                <a:latin typeface="Arial"/>
              </a:rPr>
              <a:t>salida</a:t>
            </a:r>
            <a:endParaRPr sz="2400" b="1" dirty="0">
              <a:solidFill>
                <a:srgbClr val="141414"/>
              </a:solidFill>
              <a:latin typeface="Arial"/>
            </a:endParaRPr>
          </a:p>
        </p:txBody>
      </p:sp>
      <p:sp>
        <p:nvSpPr>
          <p:cNvPr id="6" name="Oval 5"/>
          <p:cNvSpPr/>
          <p:nvPr/>
        </p:nvSpPr>
        <p:spPr>
          <a:xfrm>
            <a:off x="3400699" y="87956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400699" y="10197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400699" y="122093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400699" y="142210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400699" y="162327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400699" y="182444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00699" y="202560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400699" y="222677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400699" y="242794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00699" y="262911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400699" y="283028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3400699" y="303144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400699" y="323261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400699" y="343378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00699" y="363495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400699" y="383612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00699" y="403728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3400699" y="423845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400699" y="443962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400699" y="464079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00699" y="484196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400699" y="504312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400699" y="524429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400699" y="544546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400699" y="564663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400699" y="584780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400699" y="60489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400699" y="625013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412379" y="145868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412379" y="175128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412379" y="204389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412379" y="233650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412379" y="262911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412379" y="292172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412379" y="321432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5412379" y="350693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412379" y="379954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412379" y="409215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5412379" y="438476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412379" y="46773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5412379" y="496997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5412379" y="526258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241179" y="145868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7241179" y="175128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7241179" y="204389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7241179" y="233650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7241179" y="262911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7241179" y="292172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7241179" y="321432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7241179" y="350693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7241179" y="379954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7241179" y="409215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7241179" y="438476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7241179" y="46773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7241179" y="496997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7241179" y="526258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0533019" y="955761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0533019" y="1440393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533019" y="1925025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533019" y="2409657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533019" y="2894289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0533019" y="3378921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0533019" y="3863553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0533019" y="4348184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0533019" y="4832817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0533019" y="5317449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" name="Connector 71"/>
          <p:cNvCxnSpPr/>
          <p:nvPr/>
        </p:nvCxnSpPr>
        <p:spPr>
          <a:xfrm>
            <a:off x="3519571" y="878037"/>
            <a:ext cx="1892808" cy="6400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519571" y="878037"/>
            <a:ext cx="1892808" cy="15179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519571" y="878037"/>
            <a:ext cx="1892808" cy="239572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19571" y="878037"/>
            <a:ext cx="1892808" cy="32735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19571" y="878037"/>
            <a:ext cx="1892808" cy="41513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3519571" y="1518117"/>
            <a:ext cx="1892808" cy="164591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3519571" y="1682708"/>
            <a:ext cx="1892808" cy="71323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3519571" y="1682708"/>
            <a:ext cx="1892808" cy="1591057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519571" y="1682708"/>
            <a:ext cx="1892808" cy="2468881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519571" y="1682708"/>
            <a:ext cx="1892808" cy="334670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3519571" y="1518117"/>
            <a:ext cx="1892808" cy="96926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3519571" y="2395941"/>
            <a:ext cx="1892808" cy="91439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519571" y="2487380"/>
            <a:ext cx="1892808" cy="78638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3519571" y="2487380"/>
            <a:ext cx="1892808" cy="1664209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519571" y="2487380"/>
            <a:ext cx="1892808" cy="254203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3519571" y="1518117"/>
            <a:ext cx="1892808" cy="17739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3519571" y="2395941"/>
            <a:ext cx="1892808" cy="8961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3519571" y="3273765"/>
            <a:ext cx="1892808" cy="1828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3519571" y="3292053"/>
            <a:ext cx="1892808" cy="8595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519571" y="3292053"/>
            <a:ext cx="1892808" cy="173736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3519571" y="1518117"/>
            <a:ext cx="1892808" cy="25786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3519571" y="2395941"/>
            <a:ext cx="1892808" cy="170078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3519571" y="3273765"/>
            <a:ext cx="1892808" cy="82296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3519571" y="4096725"/>
            <a:ext cx="1892808" cy="5486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3519571" y="4096725"/>
            <a:ext cx="1892808" cy="93268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3519571" y="1518117"/>
            <a:ext cx="1892808" cy="33832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3519571" y="2395941"/>
            <a:ext cx="1892808" cy="250545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3519571" y="3273765"/>
            <a:ext cx="1892808" cy="16276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3519571" y="4151589"/>
            <a:ext cx="1892808" cy="7498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3519571" y="4901397"/>
            <a:ext cx="1892808" cy="1280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3519571" y="1518117"/>
            <a:ext cx="1892808" cy="41879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3519571" y="2395941"/>
            <a:ext cx="1892808" cy="331012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3519571" y="3273765"/>
            <a:ext cx="1892808" cy="24323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3519571" y="4151589"/>
            <a:ext cx="1892808" cy="15544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3519571" y="5029413"/>
            <a:ext cx="1892808" cy="67665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531251" y="1518117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5531251" y="1518117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5531251" y="1518117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5531251" y="1518117"/>
            <a:ext cx="1709928" cy="26334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5531251" y="1518117"/>
            <a:ext cx="1709928" cy="351129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 flipV="1">
            <a:off x="5531251" y="1518117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531251" y="2395941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5531251" y="2395941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531251" y="2395941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531251" y="2395941"/>
            <a:ext cx="1709928" cy="26334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5531251" y="1518117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5531251" y="2395941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5531251" y="3273765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531251" y="3273765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5531251" y="3273765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5531251" y="1518117"/>
            <a:ext cx="1709928" cy="26334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5531251" y="2395941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5531251" y="3273765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5531251" y="4151589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5531251" y="4151589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5531251" y="1518117"/>
            <a:ext cx="1709928" cy="351129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5531251" y="2395941"/>
            <a:ext cx="1709928" cy="26334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5531251" y="3273765"/>
            <a:ext cx="1709928" cy="17556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5531251" y="4151589"/>
            <a:ext cx="1709928" cy="87782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5531251" y="5029413"/>
            <a:ext cx="1709928" cy="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7360051" y="1102064"/>
            <a:ext cx="3172968" cy="41605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60051" y="1518117"/>
            <a:ext cx="3172968" cy="5532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60051" y="1518117"/>
            <a:ext cx="3172968" cy="15224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360051" y="1518117"/>
            <a:ext cx="3172968" cy="24917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360051" y="1518117"/>
            <a:ext cx="3172968" cy="3461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7360051" y="1102064"/>
            <a:ext cx="3172968" cy="1293877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7360051" y="2071329"/>
            <a:ext cx="3172968" cy="3246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360051" y="2395941"/>
            <a:ext cx="3172968" cy="6446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360051" y="2395941"/>
            <a:ext cx="3172968" cy="16139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360051" y="2395941"/>
            <a:ext cx="3172968" cy="2583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7360051" y="1102064"/>
            <a:ext cx="3172968" cy="2171701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7360051" y="2071329"/>
            <a:ext cx="3172968" cy="12024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7360051" y="3040593"/>
            <a:ext cx="3172968" cy="2331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360051" y="3273765"/>
            <a:ext cx="3172968" cy="73609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360051" y="3273765"/>
            <a:ext cx="3172968" cy="170535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7360051" y="1102064"/>
            <a:ext cx="3172968" cy="304952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7360051" y="2071329"/>
            <a:ext cx="3172968" cy="208026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7360051" y="3040593"/>
            <a:ext cx="3172968" cy="111099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7360051" y="4009857"/>
            <a:ext cx="3172968" cy="1417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7360051" y="4151589"/>
            <a:ext cx="3172968" cy="8275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7360051" y="1102064"/>
            <a:ext cx="3172968" cy="3927349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7360051" y="2071329"/>
            <a:ext cx="3172968" cy="295808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7360051" y="3040593"/>
            <a:ext cx="3172968" cy="198882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7360051" y="4009857"/>
            <a:ext cx="3172968" cy="101955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7360051" y="4979121"/>
            <a:ext cx="3172968" cy="5029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3002935" y="6407112"/>
            <a:ext cx="914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141414"/>
                </a:solidFill>
                <a:latin typeface="Arial"/>
              </a:rPr>
              <a:t>784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944499" y="864321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944499" y="1348953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944499" y="1833585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0944499" y="231821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0944499" y="280284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0944499" y="3287481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5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944499" y="3772113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6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944499" y="4256745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7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44499" y="4741377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0944499" y="5226009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9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516600" y="3199113"/>
            <a:ext cx="1219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141414"/>
                </a:solidFill>
                <a:latin typeface="Arial"/>
              </a:rPr>
              <a:t>Entrada: </a:t>
            </a:r>
            <a:endParaRPr lang="es-CO" sz="1600" b="0" dirty="0">
              <a:solidFill>
                <a:srgbClr val="141414"/>
              </a:solidFill>
              <a:latin typeface="Arial"/>
            </a:endParaRPr>
          </a:p>
          <a:p>
            <a:pPr algn="ctr"/>
            <a:r>
              <a:rPr sz="1600" b="0" dirty="0">
                <a:solidFill>
                  <a:srgbClr val="141414"/>
                </a:solidFill>
                <a:latin typeface="Arial"/>
              </a:rPr>
              <a:t>28 × 28 </a:t>
            </a:r>
            <a:r>
              <a:rPr sz="1600" b="0" dirty="0" err="1">
                <a:solidFill>
                  <a:srgbClr val="141414"/>
                </a:solidFill>
                <a:latin typeface="Arial"/>
              </a:rPr>
              <a:t>píxeles</a:t>
            </a:r>
            <a:endParaRPr sz="1600" b="0" dirty="0">
              <a:solidFill>
                <a:srgbClr val="141414"/>
              </a:solidFill>
              <a:latin typeface="Arial"/>
            </a:endParaRPr>
          </a:p>
        </p:txBody>
      </p:sp>
      <p:pic>
        <p:nvPicPr>
          <p:cNvPr id="170" name="Imagen 169">
            <a:extLst>
              <a:ext uri="{FF2B5EF4-FFF2-40B4-BE49-F238E27FC236}">
                <a16:creationId xmlns:a16="http://schemas.microsoft.com/office/drawing/2014/main" id="{5CBB1A2D-66E4-F2D5-0936-6C274B4365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367" r="27518"/>
          <a:stretch/>
        </p:blipFill>
        <p:spPr>
          <a:xfrm>
            <a:off x="774510" y="829810"/>
            <a:ext cx="695676" cy="5610286"/>
          </a:xfrm>
          <a:prstGeom prst="rect">
            <a:avLst/>
          </a:prstGeom>
        </p:spPr>
      </p:pic>
      <p:sp>
        <p:nvSpPr>
          <p:cNvPr id="172" name="Oval 3"/>
          <p:cNvSpPr/>
          <p:nvPr/>
        </p:nvSpPr>
        <p:spPr>
          <a:xfrm>
            <a:off x="3406626" y="80988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4"/>
          <p:cNvSpPr/>
          <p:nvPr/>
        </p:nvSpPr>
        <p:spPr>
          <a:xfrm>
            <a:off x="3406626" y="101105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5"/>
          <p:cNvSpPr/>
          <p:nvPr/>
        </p:nvSpPr>
        <p:spPr>
          <a:xfrm>
            <a:off x="3406626" y="121221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6"/>
          <p:cNvSpPr/>
          <p:nvPr/>
        </p:nvSpPr>
        <p:spPr>
          <a:xfrm>
            <a:off x="3406626" y="141338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7"/>
          <p:cNvSpPr/>
          <p:nvPr/>
        </p:nvSpPr>
        <p:spPr>
          <a:xfrm>
            <a:off x="3406626" y="161455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8"/>
          <p:cNvSpPr/>
          <p:nvPr/>
        </p:nvSpPr>
        <p:spPr>
          <a:xfrm>
            <a:off x="3406626" y="181572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9"/>
          <p:cNvSpPr/>
          <p:nvPr/>
        </p:nvSpPr>
        <p:spPr>
          <a:xfrm>
            <a:off x="3406626" y="201689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0"/>
          <p:cNvSpPr/>
          <p:nvPr/>
        </p:nvSpPr>
        <p:spPr>
          <a:xfrm>
            <a:off x="3406626" y="221805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1"/>
          <p:cNvSpPr/>
          <p:nvPr/>
        </p:nvSpPr>
        <p:spPr>
          <a:xfrm>
            <a:off x="3406626" y="241922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2"/>
          <p:cNvSpPr/>
          <p:nvPr/>
        </p:nvSpPr>
        <p:spPr>
          <a:xfrm>
            <a:off x="3406626" y="262039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3"/>
          <p:cNvSpPr/>
          <p:nvPr/>
        </p:nvSpPr>
        <p:spPr>
          <a:xfrm>
            <a:off x="3406626" y="282156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4"/>
          <p:cNvSpPr/>
          <p:nvPr/>
        </p:nvSpPr>
        <p:spPr>
          <a:xfrm>
            <a:off x="3406626" y="302273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5"/>
          <p:cNvSpPr/>
          <p:nvPr/>
        </p:nvSpPr>
        <p:spPr>
          <a:xfrm>
            <a:off x="3406626" y="322389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6"/>
          <p:cNvSpPr/>
          <p:nvPr/>
        </p:nvSpPr>
        <p:spPr>
          <a:xfrm>
            <a:off x="3406626" y="342506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7"/>
          <p:cNvSpPr/>
          <p:nvPr/>
        </p:nvSpPr>
        <p:spPr>
          <a:xfrm>
            <a:off x="3406626" y="362623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"/>
          <p:cNvSpPr/>
          <p:nvPr/>
        </p:nvSpPr>
        <p:spPr>
          <a:xfrm>
            <a:off x="3406626" y="382740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9"/>
          <p:cNvSpPr/>
          <p:nvPr/>
        </p:nvSpPr>
        <p:spPr>
          <a:xfrm>
            <a:off x="3406626" y="402856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20"/>
          <p:cNvSpPr/>
          <p:nvPr/>
        </p:nvSpPr>
        <p:spPr>
          <a:xfrm>
            <a:off x="3406626" y="422973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21"/>
          <p:cNvSpPr/>
          <p:nvPr/>
        </p:nvSpPr>
        <p:spPr>
          <a:xfrm>
            <a:off x="3406626" y="443090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22"/>
          <p:cNvSpPr/>
          <p:nvPr/>
        </p:nvSpPr>
        <p:spPr>
          <a:xfrm>
            <a:off x="3406626" y="463207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23"/>
          <p:cNvSpPr/>
          <p:nvPr/>
        </p:nvSpPr>
        <p:spPr>
          <a:xfrm>
            <a:off x="3406626" y="483324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24"/>
          <p:cNvSpPr/>
          <p:nvPr/>
        </p:nvSpPr>
        <p:spPr>
          <a:xfrm>
            <a:off x="3406626" y="503441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25"/>
          <p:cNvSpPr/>
          <p:nvPr/>
        </p:nvSpPr>
        <p:spPr>
          <a:xfrm>
            <a:off x="3406626" y="523557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26"/>
          <p:cNvSpPr/>
          <p:nvPr/>
        </p:nvSpPr>
        <p:spPr>
          <a:xfrm>
            <a:off x="3406626" y="543674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27"/>
          <p:cNvSpPr/>
          <p:nvPr/>
        </p:nvSpPr>
        <p:spPr>
          <a:xfrm>
            <a:off x="3406626" y="563791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28"/>
          <p:cNvSpPr/>
          <p:nvPr/>
        </p:nvSpPr>
        <p:spPr>
          <a:xfrm>
            <a:off x="3406626" y="583908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29"/>
          <p:cNvSpPr/>
          <p:nvPr/>
        </p:nvSpPr>
        <p:spPr>
          <a:xfrm>
            <a:off x="3406626" y="604025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30"/>
          <p:cNvSpPr/>
          <p:nvPr/>
        </p:nvSpPr>
        <p:spPr>
          <a:xfrm>
            <a:off x="3406626" y="624141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31"/>
          <p:cNvSpPr/>
          <p:nvPr/>
        </p:nvSpPr>
        <p:spPr>
          <a:xfrm>
            <a:off x="1453026" y="2135762"/>
            <a:ext cx="1194647" cy="1063351"/>
          </a:xfrm>
          <a:prstGeom prst="rect">
            <a:avLst/>
          </a:prstGeom>
          <a:solidFill>
            <a:srgbClr val="F5F5F5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3" name="Connector 37"/>
          <p:cNvCxnSpPr/>
          <p:nvPr/>
        </p:nvCxnSpPr>
        <p:spPr>
          <a:xfrm flipV="1">
            <a:off x="2766546" y="869318"/>
            <a:ext cx="640080" cy="18425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38"/>
          <p:cNvCxnSpPr/>
          <p:nvPr/>
        </p:nvCxnSpPr>
        <p:spPr>
          <a:xfrm flipV="1">
            <a:off x="2766546" y="1070486"/>
            <a:ext cx="640080" cy="16413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39"/>
          <p:cNvCxnSpPr/>
          <p:nvPr/>
        </p:nvCxnSpPr>
        <p:spPr>
          <a:xfrm flipV="1">
            <a:off x="2766546" y="1271654"/>
            <a:ext cx="640080" cy="1440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40"/>
          <p:cNvCxnSpPr/>
          <p:nvPr/>
        </p:nvCxnSpPr>
        <p:spPr>
          <a:xfrm flipV="1">
            <a:off x="2766546" y="1472822"/>
            <a:ext cx="640080" cy="12390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41"/>
          <p:cNvCxnSpPr/>
          <p:nvPr/>
        </p:nvCxnSpPr>
        <p:spPr>
          <a:xfrm flipV="1">
            <a:off x="2766546" y="1673989"/>
            <a:ext cx="640080" cy="103784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42"/>
          <p:cNvCxnSpPr/>
          <p:nvPr/>
        </p:nvCxnSpPr>
        <p:spPr>
          <a:xfrm flipV="1">
            <a:off x="2766546" y="1875158"/>
            <a:ext cx="640080" cy="8366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43"/>
          <p:cNvCxnSpPr/>
          <p:nvPr/>
        </p:nvCxnSpPr>
        <p:spPr>
          <a:xfrm flipV="1">
            <a:off x="2766546" y="2076326"/>
            <a:ext cx="640080" cy="6355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44"/>
          <p:cNvCxnSpPr/>
          <p:nvPr/>
        </p:nvCxnSpPr>
        <p:spPr>
          <a:xfrm flipV="1">
            <a:off x="2766546" y="2277494"/>
            <a:ext cx="640080" cy="4343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45"/>
          <p:cNvCxnSpPr/>
          <p:nvPr/>
        </p:nvCxnSpPr>
        <p:spPr>
          <a:xfrm flipV="1">
            <a:off x="2766546" y="2478661"/>
            <a:ext cx="640080" cy="23317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46"/>
          <p:cNvCxnSpPr/>
          <p:nvPr/>
        </p:nvCxnSpPr>
        <p:spPr>
          <a:xfrm flipV="1">
            <a:off x="2766546" y="2679830"/>
            <a:ext cx="640080" cy="32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47"/>
          <p:cNvCxnSpPr/>
          <p:nvPr/>
        </p:nvCxnSpPr>
        <p:spPr>
          <a:xfrm>
            <a:off x="2766546" y="2711834"/>
            <a:ext cx="640080" cy="16916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48"/>
          <p:cNvCxnSpPr/>
          <p:nvPr/>
        </p:nvCxnSpPr>
        <p:spPr>
          <a:xfrm>
            <a:off x="2766546" y="2711834"/>
            <a:ext cx="640080" cy="3703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49"/>
          <p:cNvCxnSpPr/>
          <p:nvPr/>
        </p:nvCxnSpPr>
        <p:spPr>
          <a:xfrm>
            <a:off x="2766546" y="2711834"/>
            <a:ext cx="640080" cy="57150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50"/>
          <p:cNvCxnSpPr/>
          <p:nvPr/>
        </p:nvCxnSpPr>
        <p:spPr>
          <a:xfrm>
            <a:off x="2766546" y="2711834"/>
            <a:ext cx="640080" cy="77266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51"/>
          <p:cNvCxnSpPr/>
          <p:nvPr/>
        </p:nvCxnSpPr>
        <p:spPr>
          <a:xfrm>
            <a:off x="2766546" y="2711834"/>
            <a:ext cx="640080" cy="9738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52"/>
          <p:cNvCxnSpPr/>
          <p:nvPr/>
        </p:nvCxnSpPr>
        <p:spPr>
          <a:xfrm>
            <a:off x="2766546" y="2711834"/>
            <a:ext cx="640080" cy="1175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53"/>
          <p:cNvCxnSpPr/>
          <p:nvPr/>
        </p:nvCxnSpPr>
        <p:spPr>
          <a:xfrm>
            <a:off x="2766546" y="2711834"/>
            <a:ext cx="640080" cy="13761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54"/>
          <p:cNvCxnSpPr/>
          <p:nvPr/>
        </p:nvCxnSpPr>
        <p:spPr>
          <a:xfrm>
            <a:off x="2766546" y="2711834"/>
            <a:ext cx="640080" cy="15773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55"/>
          <p:cNvCxnSpPr/>
          <p:nvPr/>
        </p:nvCxnSpPr>
        <p:spPr>
          <a:xfrm>
            <a:off x="2766546" y="2711834"/>
            <a:ext cx="640080" cy="17785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56"/>
          <p:cNvCxnSpPr/>
          <p:nvPr/>
        </p:nvCxnSpPr>
        <p:spPr>
          <a:xfrm>
            <a:off x="2766546" y="2711834"/>
            <a:ext cx="640080" cy="19796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57"/>
          <p:cNvCxnSpPr/>
          <p:nvPr/>
        </p:nvCxnSpPr>
        <p:spPr>
          <a:xfrm>
            <a:off x="2766546" y="2711834"/>
            <a:ext cx="640080" cy="218084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58"/>
          <p:cNvCxnSpPr/>
          <p:nvPr/>
        </p:nvCxnSpPr>
        <p:spPr>
          <a:xfrm>
            <a:off x="2766546" y="2711834"/>
            <a:ext cx="640080" cy="23820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59"/>
          <p:cNvCxnSpPr/>
          <p:nvPr/>
        </p:nvCxnSpPr>
        <p:spPr>
          <a:xfrm>
            <a:off x="2766546" y="2711834"/>
            <a:ext cx="640080" cy="2583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60"/>
          <p:cNvCxnSpPr/>
          <p:nvPr/>
        </p:nvCxnSpPr>
        <p:spPr>
          <a:xfrm>
            <a:off x="2766546" y="2711834"/>
            <a:ext cx="640080" cy="27843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61"/>
          <p:cNvCxnSpPr/>
          <p:nvPr/>
        </p:nvCxnSpPr>
        <p:spPr>
          <a:xfrm>
            <a:off x="2766546" y="2711834"/>
            <a:ext cx="640080" cy="29855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62"/>
          <p:cNvCxnSpPr/>
          <p:nvPr/>
        </p:nvCxnSpPr>
        <p:spPr>
          <a:xfrm>
            <a:off x="2766546" y="2711834"/>
            <a:ext cx="640080" cy="318668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63"/>
          <p:cNvCxnSpPr/>
          <p:nvPr/>
        </p:nvCxnSpPr>
        <p:spPr>
          <a:xfrm>
            <a:off x="2766546" y="2711834"/>
            <a:ext cx="640080" cy="33878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64"/>
          <p:cNvCxnSpPr/>
          <p:nvPr/>
        </p:nvCxnSpPr>
        <p:spPr>
          <a:xfrm>
            <a:off x="2766546" y="2711834"/>
            <a:ext cx="640080" cy="358902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1" name="Picture 65" descr="numero4_original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386" y="2199770"/>
            <a:ext cx="109728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34064" y="5912799"/>
            <a:ext cx="23946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dirty="0">
                <a:solidFill>
                  <a:srgbClr val="141414"/>
                </a:solidFill>
                <a:latin typeface="Arial"/>
              </a:rPr>
              <a:t>Extracción</a:t>
            </a:r>
            <a:r>
              <a:rPr sz="20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lang="es-CO" sz="2000" b="1" dirty="0">
                <a:solidFill>
                  <a:srgbClr val="141414"/>
                </a:solidFill>
                <a:latin typeface="Arial"/>
              </a:rPr>
              <a:t>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76338" y="471341"/>
            <a:ext cx="131391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dirty="0">
                <a:solidFill>
                  <a:srgbClr val="141414"/>
                </a:solidFill>
                <a:latin typeface="Arial"/>
              </a:rPr>
              <a:t>Capa</a:t>
            </a:r>
            <a:r>
              <a:rPr lang="en-US" sz="22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sz="2200" b="1" dirty="0">
                <a:solidFill>
                  <a:srgbClr val="141414"/>
                </a:solidFill>
                <a:latin typeface="Arial"/>
              </a:rPr>
              <a:t>entrada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06011" y="1222594"/>
            <a:ext cx="199339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 err="1">
                <a:solidFill>
                  <a:srgbClr val="141414"/>
                </a:solidFill>
                <a:latin typeface="Arial"/>
              </a:rPr>
              <a:t>Capa</a:t>
            </a:r>
            <a:r>
              <a:rPr lang="en-US" sz="22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sz="2200" b="1" dirty="0" err="1">
                <a:solidFill>
                  <a:srgbClr val="141414"/>
                </a:solidFill>
                <a:latin typeface="Arial"/>
              </a:rPr>
              <a:t>Convolución</a:t>
            </a:r>
            <a:endParaRPr sz="2200" b="1" dirty="0">
              <a:solidFill>
                <a:srgbClr val="141414"/>
              </a:solidFill>
              <a:latin typeface="Arial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4057982" y="2093303"/>
            <a:ext cx="0" cy="338328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4057982" y="2093303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057982" y="5476583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Grupo 98">
            <a:extLst>
              <a:ext uri="{FF2B5EF4-FFF2-40B4-BE49-F238E27FC236}">
                <a16:creationId xmlns:a16="http://schemas.microsoft.com/office/drawing/2014/main" id="{1DC1A20E-8DEB-32B8-8CF4-829769AE44AD}"/>
              </a:ext>
            </a:extLst>
          </p:cNvPr>
          <p:cNvGrpSpPr/>
          <p:nvPr/>
        </p:nvGrpSpPr>
        <p:grpSpPr>
          <a:xfrm>
            <a:off x="5091254" y="2111591"/>
            <a:ext cx="164592" cy="3383280"/>
            <a:chOff x="5504688" y="1508760"/>
            <a:chExt cx="164592" cy="3383280"/>
          </a:xfrm>
        </p:grpSpPr>
        <p:cxnSp>
          <p:nvCxnSpPr>
            <p:cNvPr id="34" name="Connector 33"/>
            <p:cNvCxnSpPr/>
            <p:nvPr/>
          </p:nvCxnSpPr>
          <p:spPr>
            <a:xfrm>
              <a:off x="5669280" y="1508760"/>
              <a:ext cx="0" cy="3383280"/>
            </a:xfrm>
            <a:prstGeom prst="line">
              <a:avLst/>
            </a:prstGeom>
            <a:ln w="31750">
              <a:solidFill>
                <a:srgbClr val="00B4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36"/>
            <p:cNvCxnSpPr/>
            <p:nvPr/>
          </p:nvCxnSpPr>
          <p:spPr>
            <a:xfrm>
              <a:off x="5504688" y="1508760"/>
              <a:ext cx="164592" cy="0"/>
            </a:xfrm>
            <a:prstGeom prst="line">
              <a:avLst/>
            </a:prstGeom>
            <a:ln w="31750">
              <a:solidFill>
                <a:srgbClr val="00B4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 37"/>
            <p:cNvCxnSpPr/>
            <p:nvPr/>
          </p:nvCxnSpPr>
          <p:spPr>
            <a:xfrm>
              <a:off x="5504688" y="4892040"/>
              <a:ext cx="164592" cy="0"/>
            </a:xfrm>
            <a:prstGeom prst="line">
              <a:avLst/>
            </a:prstGeom>
            <a:ln w="31750">
              <a:solidFill>
                <a:srgbClr val="00B4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Box 38"/>
          <p:cNvSpPr txBox="1"/>
          <p:nvPr/>
        </p:nvSpPr>
        <p:spPr>
          <a:xfrm>
            <a:off x="5631400" y="1214806"/>
            <a:ext cx="17922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200" b="1" dirty="0" err="1">
                <a:solidFill>
                  <a:srgbClr val="141414"/>
                </a:solidFill>
                <a:latin typeface="Arial"/>
              </a:rPr>
              <a:t>Capa</a:t>
            </a:r>
            <a:r>
              <a:rPr lang="en-US" sz="2200" b="1" dirty="0">
                <a:solidFill>
                  <a:srgbClr val="141414"/>
                </a:solidFill>
                <a:latin typeface="Arial"/>
              </a:rPr>
              <a:t> de </a:t>
            </a:r>
            <a:r>
              <a:rPr sz="2200" b="1" dirty="0" err="1">
                <a:solidFill>
                  <a:srgbClr val="141414"/>
                </a:solidFill>
                <a:latin typeface="Arial"/>
              </a:rPr>
              <a:t>Agrupación</a:t>
            </a:r>
            <a:endParaRPr sz="2200" b="1" dirty="0">
              <a:solidFill>
                <a:srgbClr val="141414"/>
              </a:solidFill>
              <a:latin typeface="Arial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941424" y="2101576"/>
            <a:ext cx="0" cy="338328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08370" y="2101576"/>
            <a:ext cx="0" cy="338328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941424" y="2101576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941424" y="5484856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6943778" y="2101576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6943778" y="5484856"/>
            <a:ext cx="164592" cy="0"/>
          </a:xfrm>
          <a:prstGeom prst="line">
            <a:avLst/>
          </a:prstGeom>
          <a:ln w="31750">
            <a:solidFill>
              <a:srgbClr val="00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7397931" y="7772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Oculta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68363" y="7772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41414"/>
                </a:solidFill>
                <a:latin typeface="Arial"/>
              </a:rPr>
              <a:t>Oculta</a:t>
            </a:r>
          </a:p>
        </p:txBody>
      </p:sp>
      <p:sp>
        <p:nvSpPr>
          <p:cNvPr id="76" name="Oval 75"/>
          <p:cNvSpPr/>
          <p:nvPr/>
        </p:nvSpPr>
        <p:spPr>
          <a:xfrm>
            <a:off x="10095411" y="868680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10095411" y="1353312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10095411" y="1837943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10095411" y="2322576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10095411" y="2807208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10095411" y="3291840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095411" y="3776472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095411" y="4261104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095411" y="4745736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10095411" y="5230368"/>
            <a:ext cx="292608" cy="292608"/>
          </a:xfrm>
          <a:prstGeom prst="ellipse">
            <a:avLst/>
          </a:prstGeom>
          <a:solidFill>
            <a:srgbClr val="DCF5C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0442883" y="77724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442883" y="126187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42883" y="1746504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442883" y="223113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3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442883" y="271576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442883" y="320040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442883" y="3685032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442883" y="4169663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7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442883" y="4654296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442883" y="5138928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41414"/>
                </a:solidFill>
                <a:latin typeface="Arial"/>
              </a:rPr>
              <a:t>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843421" y="6423235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 dirty="0">
                <a:solidFill>
                  <a:srgbClr val="141414"/>
                </a:solidFill>
                <a:latin typeface="Arial"/>
              </a:rPr>
              <a:t>784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729651" y="228600"/>
            <a:ext cx="1005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41414"/>
                </a:solidFill>
                <a:latin typeface="Arial"/>
              </a:defRPr>
            </a:pPr>
            <a:r>
              <a:t>Salida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48523" y="658368"/>
            <a:ext cx="777240" cy="13716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6"/>
          <p:cNvSpPr/>
          <p:nvPr/>
        </p:nvSpPr>
        <p:spPr>
          <a:xfrm>
            <a:off x="2660541" y="143975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7"/>
          <p:cNvSpPr/>
          <p:nvPr/>
        </p:nvSpPr>
        <p:spPr>
          <a:xfrm>
            <a:off x="2660541" y="164092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8"/>
          <p:cNvSpPr/>
          <p:nvPr/>
        </p:nvSpPr>
        <p:spPr>
          <a:xfrm>
            <a:off x="2660541" y="184209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9"/>
          <p:cNvSpPr/>
          <p:nvPr/>
        </p:nvSpPr>
        <p:spPr>
          <a:xfrm>
            <a:off x="2660541" y="204325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"/>
          <p:cNvSpPr/>
          <p:nvPr/>
        </p:nvSpPr>
        <p:spPr>
          <a:xfrm>
            <a:off x="2660541" y="224442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1"/>
          <p:cNvSpPr/>
          <p:nvPr/>
        </p:nvSpPr>
        <p:spPr>
          <a:xfrm>
            <a:off x="2660541" y="244559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2"/>
          <p:cNvSpPr/>
          <p:nvPr/>
        </p:nvSpPr>
        <p:spPr>
          <a:xfrm>
            <a:off x="2660541" y="264676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3"/>
          <p:cNvSpPr/>
          <p:nvPr/>
        </p:nvSpPr>
        <p:spPr>
          <a:xfrm>
            <a:off x="2660541" y="284793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4"/>
          <p:cNvSpPr/>
          <p:nvPr/>
        </p:nvSpPr>
        <p:spPr>
          <a:xfrm>
            <a:off x="2660541" y="304909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5"/>
          <p:cNvSpPr/>
          <p:nvPr/>
        </p:nvSpPr>
        <p:spPr>
          <a:xfrm>
            <a:off x="2660541" y="325026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6"/>
          <p:cNvSpPr/>
          <p:nvPr/>
        </p:nvSpPr>
        <p:spPr>
          <a:xfrm>
            <a:off x="2660541" y="345143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7"/>
          <p:cNvSpPr/>
          <p:nvPr/>
        </p:nvSpPr>
        <p:spPr>
          <a:xfrm>
            <a:off x="2660541" y="365260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8"/>
          <p:cNvSpPr/>
          <p:nvPr/>
        </p:nvSpPr>
        <p:spPr>
          <a:xfrm>
            <a:off x="2660541" y="385377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9"/>
          <p:cNvSpPr/>
          <p:nvPr/>
        </p:nvSpPr>
        <p:spPr>
          <a:xfrm>
            <a:off x="2660541" y="405493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20"/>
          <p:cNvSpPr/>
          <p:nvPr/>
        </p:nvSpPr>
        <p:spPr>
          <a:xfrm>
            <a:off x="2660541" y="425610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21"/>
          <p:cNvSpPr/>
          <p:nvPr/>
        </p:nvSpPr>
        <p:spPr>
          <a:xfrm>
            <a:off x="2660541" y="445727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22"/>
          <p:cNvSpPr/>
          <p:nvPr/>
        </p:nvSpPr>
        <p:spPr>
          <a:xfrm>
            <a:off x="2660541" y="465844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23"/>
          <p:cNvSpPr/>
          <p:nvPr/>
        </p:nvSpPr>
        <p:spPr>
          <a:xfrm>
            <a:off x="2660541" y="485961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24"/>
          <p:cNvSpPr/>
          <p:nvPr/>
        </p:nvSpPr>
        <p:spPr>
          <a:xfrm>
            <a:off x="2660541" y="506077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25"/>
          <p:cNvSpPr/>
          <p:nvPr/>
        </p:nvSpPr>
        <p:spPr>
          <a:xfrm>
            <a:off x="2660541" y="526194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26"/>
          <p:cNvSpPr/>
          <p:nvPr/>
        </p:nvSpPr>
        <p:spPr>
          <a:xfrm>
            <a:off x="2660541" y="546311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27"/>
          <p:cNvSpPr/>
          <p:nvPr/>
        </p:nvSpPr>
        <p:spPr>
          <a:xfrm>
            <a:off x="2660541" y="566428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28"/>
          <p:cNvSpPr/>
          <p:nvPr/>
        </p:nvSpPr>
        <p:spPr>
          <a:xfrm>
            <a:off x="2660541" y="5865451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29"/>
          <p:cNvSpPr/>
          <p:nvPr/>
        </p:nvSpPr>
        <p:spPr>
          <a:xfrm>
            <a:off x="2660541" y="6066619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30"/>
          <p:cNvSpPr/>
          <p:nvPr/>
        </p:nvSpPr>
        <p:spPr>
          <a:xfrm>
            <a:off x="2660541" y="6267787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31"/>
          <p:cNvSpPr/>
          <p:nvPr/>
        </p:nvSpPr>
        <p:spPr>
          <a:xfrm>
            <a:off x="2660541" y="646895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32"/>
          <p:cNvSpPr/>
          <p:nvPr/>
        </p:nvSpPr>
        <p:spPr>
          <a:xfrm>
            <a:off x="2660541" y="6670123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3"/>
          <p:cNvSpPr/>
          <p:nvPr/>
        </p:nvSpPr>
        <p:spPr>
          <a:xfrm>
            <a:off x="2666468" y="122986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4"/>
          <p:cNvSpPr/>
          <p:nvPr/>
        </p:nvSpPr>
        <p:spPr>
          <a:xfrm>
            <a:off x="2666468" y="143103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5"/>
          <p:cNvSpPr/>
          <p:nvPr/>
        </p:nvSpPr>
        <p:spPr>
          <a:xfrm>
            <a:off x="2666468" y="163220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6"/>
          <p:cNvSpPr/>
          <p:nvPr/>
        </p:nvSpPr>
        <p:spPr>
          <a:xfrm>
            <a:off x="2666468" y="183337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7"/>
          <p:cNvSpPr/>
          <p:nvPr/>
        </p:nvSpPr>
        <p:spPr>
          <a:xfrm>
            <a:off x="2666468" y="203454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8"/>
          <p:cNvSpPr/>
          <p:nvPr/>
        </p:nvSpPr>
        <p:spPr>
          <a:xfrm>
            <a:off x="2666468" y="223570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9"/>
          <p:cNvSpPr/>
          <p:nvPr/>
        </p:nvSpPr>
        <p:spPr>
          <a:xfrm>
            <a:off x="2666468" y="243687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0"/>
          <p:cNvSpPr/>
          <p:nvPr/>
        </p:nvSpPr>
        <p:spPr>
          <a:xfrm>
            <a:off x="2666468" y="263804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1"/>
          <p:cNvSpPr/>
          <p:nvPr/>
        </p:nvSpPr>
        <p:spPr>
          <a:xfrm>
            <a:off x="2666468" y="283921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2"/>
          <p:cNvSpPr/>
          <p:nvPr/>
        </p:nvSpPr>
        <p:spPr>
          <a:xfrm>
            <a:off x="2666468" y="304038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3"/>
          <p:cNvSpPr/>
          <p:nvPr/>
        </p:nvSpPr>
        <p:spPr>
          <a:xfrm>
            <a:off x="2666468" y="324154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4"/>
          <p:cNvSpPr/>
          <p:nvPr/>
        </p:nvSpPr>
        <p:spPr>
          <a:xfrm>
            <a:off x="2666468" y="344271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5"/>
          <p:cNvSpPr/>
          <p:nvPr/>
        </p:nvSpPr>
        <p:spPr>
          <a:xfrm>
            <a:off x="2666468" y="364388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6"/>
          <p:cNvSpPr/>
          <p:nvPr/>
        </p:nvSpPr>
        <p:spPr>
          <a:xfrm>
            <a:off x="2666468" y="384505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7"/>
          <p:cNvSpPr/>
          <p:nvPr/>
        </p:nvSpPr>
        <p:spPr>
          <a:xfrm>
            <a:off x="2666468" y="404622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"/>
          <p:cNvSpPr/>
          <p:nvPr/>
        </p:nvSpPr>
        <p:spPr>
          <a:xfrm>
            <a:off x="2666468" y="424738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9"/>
          <p:cNvSpPr/>
          <p:nvPr/>
        </p:nvSpPr>
        <p:spPr>
          <a:xfrm>
            <a:off x="2666468" y="4448555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20"/>
          <p:cNvSpPr/>
          <p:nvPr/>
        </p:nvSpPr>
        <p:spPr>
          <a:xfrm>
            <a:off x="2666468" y="464972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21"/>
          <p:cNvSpPr/>
          <p:nvPr/>
        </p:nvSpPr>
        <p:spPr>
          <a:xfrm>
            <a:off x="2666468" y="485089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22"/>
          <p:cNvSpPr/>
          <p:nvPr/>
        </p:nvSpPr>
        <p:spPr>
          <a:xfrm>
            <a:off x="2666468" y="505206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23"/>
          <p:cNvSpPr/>
          <p:nvPr/>
        </p:nvSpPr>
        <p:spPr>
          <a:xfrm>
            <a:off x="2666468" y="525322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24"/>
          <p:cNvSpPr/>
          <p:nvPr/>
        </p:nvSpPr>
        <p:spPr>
          <a:xfrm>
            <a:off x="2666468" y="545439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25"/>
          <p:cNvSpPr/>
          <p:nvPr/>
        </p:nvSpPr>
        <p:spPr>
          <a:xfrm>
            <a:off x="2666468" y="565556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26"/>
          <p:cNvSpPr/>
          <p:nvPr/>
        </p:nvSpPr>
        <p:spPr>
          <a:xfrm>
            <a:off x="2666468" y="5856732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27"/>
          <p:cNvSpPr/>
          <p:nvPr/>
        </p:nvSpPr>
        <p:spPr>
          <a:xfrm>
            <a:off x="2666468" y="6057900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28"/>
          <p:cNvSpPr/>
          <p:nvPr/>
        </p:nvSpPr>
        <p:spPr>
          <a:xfrm>
            <a:off x="2666468" y="6259068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29"/>
          <p:cNvSpPr/>
          <p:nvPr/>
        </p:nvSpPr>
        <p:spPr>
          <a:xfrm>
            <a:off x="2666468" y="6460236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30"/>
          <p:cNvSpPr/>
          <p:nvPr/>
        </p:nvSpPr>
        <p:spPr>
          <a:xfrm>
            <a:off x="2666468" y="6661404"/>
            <a:ext cx="118872" cy="118872"/>
          </a:xfrm>
          <a:prstGeom prst="ellipse">
            <a:avLst/>
          </a:prstGeom>
          <a:solidFill>
            <a:srgbClr val="D2EBB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3" name="Connector 37"/>
          <p:cNvCxnSpPr/>
          <p:nvPr/>
        </p:nvCxnSpPr>
        <p:spPr>
          <a:xfrm flipV="1">
            <a:off x="2026388" y="1289304"/>
            <a:ext cx="640080" cy="18425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38"/>
          <p:cNvCxnSpPr/>
          <p:nvPr/>
        </p:nvCxnSpPr>
        <p:spPr>
          <a:xfrm flipV="1">
            <a:off x="2026388" y="1490472"/>
            <a:ext cx="640080" cy="16413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39"/>
          <p:cNvCxnSpPr/>
          <p:nvPr/>
        </p:nvCxnSpPr>
        <p:spPr>
          <a:xfrm flipV="1">
            <a:off x="2026388" y="1691640"/>
            <a:ext cx="640080" cy="1440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40"/>
          <p:cNvCxnSpPr/>
          <p:nvPr/>
        </p:nvCxnSpPr>
        <p:spPr>
          <a:xfrm flipV="1">
            <a:off x="2026388" y="1892808"/>
            <a:ext cx="640080" cy="12390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41"/>
          <p:cNvCxnSpPr/>
          <p:nvPr/>
        </p:nvCxnSpPr>
        <p:spPr>
          <a:xfrm flipV="1">
            <a:off x="2026388" y="2093975"/>
            <a:ext cx="640080" cy="1037845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42"/>
          <p:cNvCxnSpPr/>
          <p:nvPr/>
        </p:nvCxnSpPr>
        <p:spPr>
          <a:xfrm flipV="1">
            <a:off x="2026388" y="2295144"/>
            <a:ext cx="640080" cy="8366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43"/>
          <p:cNvCxnSpPr/>
          <p:nvPr/>
        </p:nvCxnSpPr>
        <p:spPr>
          <a:xfrm flipV="1">
            <a:off x="2026388" y="2496312"/>
            <a:ext cx="640080" cy="6355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44"/>
          <p:cNvCxnSpPr/>
          <p:nvPr/>
        </p:nvCxnSpPr>
        <p:spPr>
          <a:xfrm flipV="1">
            <a:off x="2026388" y="2697480"/>
            <a:ext cx="640080" cy="4343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45"/>
          <p:cNvCxnSpPr/>
          <p:nvPr/>
        </p:nvCxnSpPr>
        <p:spPr>
          <a:xfrm flipV="1">
            <a:off x="2026388" y="2898647"/>
            <a:ext cx="640080" cy="233173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46"/>
          <p:cNvCxnSpPr/>
          <p:nvPr/>
        </p:nvCxnSpPr>
        <p:spPr>
          <a:xfrm flipV="1">
            <a:off x="2026388" y="3099816"/>
            <a:ext cx="640080" cy="32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47"/>
          <p:cNvCxnSpPr/>
          <p:nvPr/>
        </p:nvCxnSpPr>
        <p:spPr>
          <a:xfrm>
            <a:off x="2026388" y="3131820"/>
            <a:ext cx="640080" cy="16916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48"/>
          <p:cNvCxnSpPr/>
          <p:nvPr/>
        </p:nvCxnSpPr>
        <p:spPr>
          <a:xfrm>
            <a:off x="2026388" y="3131820"/>
            <a:ext cx="640080" cy="37033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49"/>
          <p:cNvCxnSpPr/>
          <p:nvPr/>
        </p:nvCxnSpPr>
        <p:spPr>
          <a:xfrm>
            <a:off x="2026388" y="3131820"/>
            <a:ext cx="640080" cy="57150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50"/>
          <p:cNvCxnSpPr/>
          <p:nvPr/>
        </p:nvCxnSpPr>
        <p:spPr>
          <a:xfrm>
            <a:off x="2026388" y="3131820"/>
            <a:ext cx="640080" cy="77266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51"/>
          <p:cNvCxnSpPr/>
          <p:nvPr/>
        </p:nvCxnSpPr>
        <p:spPr>
          <a:xfrm>
            <a:off x="2026388" y="3131820"/>
            <a:ext cx="640080" cy="97383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52"/>
          <p:cNvCxnSpPr/>
          <p:nvPr/>
        </p:nvCxnSpPr>
        <p:spPr>
          <a:xfrm>
            <a:off x="2026388" y="3131820"/>
            <a:ext cx="640080" cy="117500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53"/>
          <p:cNvCxnSpPr/>
          <p:nvPr/>
        </p:nvCxnSpPr>
        <p:spPr>
          <a:xfrm>
            <a:off x="2026388" y="3131820"/>
            <a:ext cx="640080" cy="137617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54"/>
          <p:cNvCxnSpPr/>
          <p:nvPr/>
        </p:nvCxnSpPr>
        <p:spPr>
          <a:xfrm>
            <a:off x="2026388" y="3131820"/>
            <a:ext cx="640080" cy="157734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55"/>
          <p:cNvCxnSpPr/>
          <p:nvPr/>
        </p:nvCxnSpPr>
        <p:spPr>
          <a:xfrm>
            <a:off x="2026388" y="3131820"/>
            <a:ext cx="640080" cy="177850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56"/>
          <p:cNvCxnSpPr/>
          <p:nvPr/>
        </p:nvCxnSpPr>
        <p:spPr>
          <a:xfrm>
            <a:off x="2026388" y="3131820"/>
            <a:ext cx="640080" cy="197967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57"/>
          <p:cNvCxnSpPr/>
          <p:nvPr/>
        </p:nvCxnSpPr>
        <p:spPr>
          <a:xfrm>
            <a:off x="2026388" y="3131820"/>
            <a:ext cx="640080" cy="218084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Connector 58"/>
          <p:cNvCxnSpPr/>
          <p:nvPr/>
        </p:nvCxnSpPr>
        <p:spPr>
          <a:xfrm>
            <a:off x="2026388" y="3131820"/>
            <a:ext cx="640080" cy="238201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Connector 59"/>
          <p:cNvCxnSpPr/>
          <p:nvPr/>
        </p:nvCxnSpPr>
        <p:spPr>
          <a:xfrm>
            <a:off x="2026388" y="3131820"/>
            <a:ext cx="640080" cy="258318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Connector 60"/>
          <p:cNvCxnSpPr/>
          <p:nvPr/>
        </p:nvCxnSpPr>
        <p:spPr>
          <a:xfrm>
            <a:off x="2026388" y="3131820"/>
            <a:ext cx="640080" cy="2784348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Connector 61"/>
          <p:cNvCxnSpPr/>
          <p:nvPr/>
        </p:nvCxnSpPr>
        <p:spPr>
          <a:xfrm>
            <a:off x="2026388" y="3131820"/>
            <a:ext cx="640080" cy="2985516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62"/>
          <p:cNvCxnSpPr/>
          <p:nvPr/>
        </p:nvCxnSpPr>
        <p:spPr>
          <a:xfrm>
            <a:off x="2026388" y="3131820"/>
            <a:ext cx="640080" cy="3186684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Connector 63"/>
          <p:cNvCxnSpPr/>
          <p:nvPr/>
        </p:nvCxnSpPr>
        <p:spPr>
          <a:xfrm>
            <a:off x="2026388" y="3131820"/>
            <a:ext cx="640080" cy="3387852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64"/>
          <p:cNvCxnSpPr/>
          <p:nvPr/>
        </p:nvCxnSpPr>
        <p:spPr>
          <a:xfrm>
            <a:off x="2026388" y="3131820"/>
            <a:ext cx="640080" cy="3589020"/>
          </a:xfrm>
          <a:prstGeom prst="line">
            <a:avLst/>
          </a:prstGeom>
          <a:ln w="8890">
            <a:solidFill>
              <a:srgbClr val="EB7D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Cerrar llave 127">
            <a:extLst>
              <a:ext uri="{FF2B5EF4-FFF2-40B4-BE49-F238E27FC236}">
                <a16:creationId xmlns:a16="http://schemas.microsoft.com/office/drawing/2014/main" id="{90C3DE87-AA7E-DF46-6B32-19936785A70C}"/>
              </a:ext>
            </a:extLst>
          </p:cNvPr>
          <p:cNvSpPr/>
          <p:nvPr/>
        </p:nvSpPr>
        <p:spPr>
          <a:xfrm rot="5400000">
            <a:off x="5385749" y="4035032"/>
            <a:ext cx="378522" cy="3353560"/>
          </a:xfrm>
          <a:prstGeom prst="rightBrace">
            <a:avLst>
              <a:gd name="adj1" fmla="val 97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3" name="Grupo 152">
            <a:extLst>
              <a:ext uri="{FF2B5EF4-FFF2-40B4-BE49-F238E27FC236}">
                <a16:creationId xmlns:a16="http://schemas.microsoft.com/office/drawing/2014/main" id="{3E0BDE37-A2FC-2FA0-F190-C653C5537881}"/>
              </a:ext>
            </a:extLst>
          </p:cNvPr>
          <p:cNvGrpSpPr/>
          <p:nvPr/>
        </p:nvGrpSpPr>
        <p:grpSpPr>
          <a:xfrm>
            <a:off x="7886436" y="1445653"/>
            <a:ext cx="1523395" cy="3867011"/>
            <a:chOff x="7560134" y="2033867"/>
            <a:chExt cx="1947672" cy="3922776"/>
          </a:xfrm>
        </p:grpSpPr>
        <p:sp>
          <p:nvSpPr>
            <p:cNvPr id="4" name="Oval 33"/>
            <p:cNvSpPr/>
            <p:nvPr/>
          </p:nvSpPr>
          <p:spPr>
            <a:xfrm>
              <a:off x="7560134" y="203386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Oval 34"/>
            <p:cNvSpPr/>
            <p:nvPr/>
          </p:nvSpPr>
          <p:spPr>
            <a:xfrm>
              <a:off x="7560134" y="232647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Oval 35"/>
            <p:cNvSpPr/>
            <p:nvPr/>
          </p:nvSpPr>
          <p:spPr>
            <a:xfrm>
              <a:off x="7560134" y="261908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Oval 36"/>
            <p:cNvSpPr/>
            <p:nvPr/>
          </p:nvSpPr>
          <p:spPr>
            <a:xfrm>
              <a:off x="7560134" y="291169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Oval 37"/>
            <p:cNvSpPr/>
            <p:nvPr/>
          </p:nvSpPr>
          <p:spPr>
            <a:xfrm>
              <a:off x="7560134" y="3204299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Oval 38"/>
            <p:cNvSpPr/>
            <p:nvPr/>
          </p:nvSpPr>
          <p:spPr>
            <a:xfrm>
              <a:off x="7560134" y="349690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Oval 39"/>
            <p:cNvSpPr/>
            <p:nvPr/>
          </p:nvSpPr>
          <p:spPr>
            <a:xfrm>
              <a:off x="7560134" y="378951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Oval 40"/>
            <p:cNvSpPr/>
            <p:nvPr/>
          </p:nvSpPr>
          <p:spPr>
            <a:xfrm>
              <a:off x="7560134" y="408212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Oval 41"/>
            <p:cNvSpPr/>
            <p:nvPr/>
          </p:nvSpPr>
          <p:spPr>
            <a:xfrm>
              <a:off x="7560134" y="437473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Oval 42"/>
            <p:cNvSpPr/>
            <p:nvPr/>
          </p:nvSpPr>
          <p:spPr>
            <a:xfrm>
              <a:off x="7560134" y="4667339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Oval 43"/>
            <p:cNvSpPr/>
            <p:nvPr/>
          </p:nvSpPr>
          <p:spPr>
            <a:xfrm>
              <a:off x="7560134" y="495994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Oval 44"/>
            <p:cNvSpPr/>
            <p:nvPr/>
          </p:nvSpPr>
          <p:spPr>
            <a:xfrm>
              <a:off x="7560134" y="525255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Oval 45"/>
            <p:cNvSpPr/>
            <p:nvPr/>
          </p:nvSpPr>
          <p:spPr>
            <a:xfrm>
              <a:off x="7560134" y="554516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Oval 46"/>
            <p:cNvSpPr/>
            <p:nvPr/>
          </p:nvSpPr>
          <p:spPr>
            <a:xfrm>
              <a:off x="7560134" y="583777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Oval 47"/>
            <p:cNvSpPr/>
            <p:nvPr/>
          </p:nvSpPr>
          <p:spPr>
            <a:xfrm>
              <a:off x="9388934" y="203386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Oval 48"/>
            <p:cNvSpPr/>
            <p:nvPr/>
          </p:nvSpPr>
          <p:spPr>
            <a:xfrm>
              <a:off x="9388934" y="232647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Oval 49"/>
            <p:cNvSpPr/>
            <p:nvPr/>
          </p:nvSpPr>
          <p:spPr>
            <a:xfrm>
              <a:off x="9388934" y="261908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Oval 50"/>
            <p:cNvSpPr/>
            <p:nvPr/>
          </p:nvSpPr>
          <p:spPr>
            <a:xfrm>
              <a:off x="9388934" y="291169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Oval 51"/>
            <p:cNvSpPr/>
            <p:nvPr/>
          </p:nvSpPr>
          <p:spPr>
            <a:xfrm>
              <a:off x="9388934" y="3204299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Oval 52"/>
            <p:cNvSpPr/>
            <p:nvPr/>
          </p:nvSpPr>
          <p:spPr>
            <a:xfrm>
              <a:off x="9388934" y="349690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Oval 53"/>
            <p:cNvSpPr/>
            <p:nvPr/>
          </p:nvSpPr>
          <p:spPr>
            <a:xfrm>
              <a:off x="9388934" y="378951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Oval 54"/>
            <p:cNvSpPr/>
            <p:nvPr/>
          </p:nvSpPr>
          <p:spPr>
            <a:xfrm>
              <a:off x="9388934" y="408212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Oval 55"/>
            <p:cNvSpPr/>
            <p:nvPr/>
          </p:nvSpPr>
          <p:spPr>
            <a:xfrm>
              <a:off x="9388934" y="437473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Oval 56"/>
            <p:cNvSpPr/>
            <p:nvPr/>
          </p:nvSpPr>
          <p:spPr>
            <a:xfrm>
              <a:off x="9388934" y="4667339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Oval 57"/>
            <p:cNvSpPr/>
            <p:nvPr/>
          </p:nvSpPr>
          <p:spPr>
            <a:xfrm>
              <a:off x="9388934" y="4959947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Oval 58"/>
            <p:cNvSpPr/>
            <p:nvPr/>
          </p:nvSpPr>
          <p:spPr>
            <a:xfrm>
              <a:off x="9388934" y="5252555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Oval 59"/>
            <p:cNvSpPr/>
            <p:nvPr/>
          </p:nvSpPr>
          <p:spPr>
            <a:xfrm>
              <a:off x="9388934" y="5545163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Oval 60"/>
            <p:cNvSpPr/>
            <p:nvPr/>
          </p:nvSpPr>
          <p:spPr>
            <a:xfrm>
              <a:off x="9388934" y="5837771"/>
              <a:ext cx="118872" cy="118872"/>
            </a:xfrm>
            <a:prstGeom prst="ellipse">
              <a:avLst/>
            </a:prstGeom>
            <a:solidFill>
              <a:srgbClr val="D2EBB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00" name="Connector 106"/>
            <p:cNvCxnSpPr/>
            <p:nvPr/>
          </p:nvCxnSpPr>
          <p:spPr>
            <a:xfrm>
              <a:off x="7679006" y="2093303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Connector 107"/>
            <p:cNvCxnSpPr/>
            <p:nvPr/>
          </p:nvCxnSpPr>
          <p:spPr>
            <a:xfrm>
              <a:off x="7679006" y="2093303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Connector 108"/>
            <p:cNvCxnSpPr/>
            <p:nvPr/>
          </p:nvCxnSpPr>
          <p:spPr>
            <a:xfrm>
              <a:off x="7679006" y="2093303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or 109"/>
            <p:cNvCxnSpPr/>
            <p:nvPr/>
          </p:nvCxnSpPr>
          <p:spPr>
            <a:xfrm>
              <a:off x="7679006" y="2093303"/>
              <a:ext cx="1709928" cy="26334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Connector 110"/>
            <p:cNvCxnSpPr/>
            <p:nvPr/>
          </p:nvCxnSpPr>
          <p:spPr>
            <a:xfrm>
              <a:off x="7679006" y="2093303"/>
              <a:ext cx="1709928" cy="351129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Connector 111"/>
            <p:cNvCxnSpPr/>
            <p:nvPr/>
          </p:nvCxnSpPr>
          <p:spPr>
            <a:xfrm flipV="1">
              <a:off x="7679006" y="2093303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Connector 112"/>
            <p:cNvCxnSpPr/>
            <p:nvPr/>
          </p:nvCxnSpPr>
          <p:spPr>
            <a:xfrm>
              <a:off x="7679006" y="2971127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Connector 113"/>
            <p:cNvCxnSpPr/>
            <p:nvPr/>
          </p:nvCxnSpPr>
          <p:spPr>
            <a:xfrm>
              <a:off x="7679006" y="2971127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14"/>
            <p:cNvCxnSpPr/>
            <p:nvPr/>
          </p:nvCxnSpPr>
          <p:spPr>
            <a:xfrm>
              <a:off x="7679006" y="2971127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15"/>
            <p:cNvCxnSpPr/>
            <p:nvPr/>
          </p:nvCxnSpPr>
          <p:spPr>
            <a:xfrm>
              <a:off x="7679006" y="2971127"/>
              <a:ext cx="1709928" cy="26334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or 116"/>
            <p:cNvCxnSpPr/>
            <p:nvPr/>
          </p:nvCxnSpPr>
          <p:spPr>
            <a:xfrm flipV="1">
              <a:off x="7679006" y="2093303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117"/>
            <p:cNvCxnSpPr/>
            <p:nvPr/>
          </p:nvCxnSpPr>
          <p:spPr>
            <a:xfrm flipV="1">
              <a:off x="7679006" y="2971127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or 118"/>
            <p:cNvCxnSpPr/>
            <p:nvPr/>
          </p:nvCxnSpPr>
          <p:spPr>
            <a:xfrm>
              <a:off x="7679006" y="3848951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 119"/>
            <p:cNvCxnSpPr/>
            <p:nvPr/>
          </p:nvCxnSpPr>
          <p:spPr>
            <a:xfrm>
              <a:off x="7679006" y="3848951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 120"/>
            <p:cNvCxnSpPr/>
            <p:nvPr/>
          </p:nvCxnSpPr>
          <p:spPr>
            <a:xfrm>
              <a:off x="7679006" y="3848951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21"/>
            <p:cNvCxnSpPr/>
            <p:nvPr/>
          </p:nvCxnSpPr>
          <p:spPr>
            <a:xfrm flipV="1">
              <a:off x="7679006" y="2093303"/>
              <a:ext cx="1709928" cy="26334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22"/>
            <p:cNvCxnSpPr/>
            <p:nvPr/>
          </p:nvCxnSpPr>
          <p:spPr>
            <a:xfrm flipV="1">
              <a:off x="7679006" y="2971127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23"/>
            <p:cNvCxnSpPr/>
            <p:nvPr/>
          </p:nvCxnSpPr>
          <p:spPr>
            <a:xfrm flipV="1">
              <a:off x="7679006" y="3848951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24"/>
            <p:cNvCxnSpPr/>
            <p:nvPr/>
          </p:nvCxnSpPr>
          <p:spPr>
            <a:xfrm>
              <a:off x="7679006" y="4726775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25"/>
            <p:cNvCxnSpPr/>
            <p:nvPr/>
          </p:nvCxnSpPr>
          <p:spPr>
            <a:xfrm>
              <a:off x="7679006" y="4726775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26"/>
            <p:cNvCxnSpPr/>
            <p:nvPr/>
          </p:nvCxnSpPr>
          <p:spPr>
            <a:xfrm flipV="1">
              <a:off x="7679006" y="2093303"/>
              <a:ext cx="1709928" cy="351129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27"/>
            <p:cNvCxnSpPr/>
            <p:nvPr/>
          </p:nvCxnSpPr>
          <p:spPr>
            <a:xfrm flipV="1">
              <a:off x="7679006" y="2971127"/>
              <a:ext cx="1709928" cy="26334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Connector 128"/>
            <p:cNvCxnSpPr/>
            <p:nvPr/>
          </p:nvCxnSpPr>
          <p:spPr>
            <a:xfrm flipV="1">
              <a:off x="7679006" y="3848951"/>
              <a:ext cx="1709928" cy="1755648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or 129"/>
            <p:cNvCxnSpPr/>
            <p:nvPr/>
          </p:nvCxnSpPr>
          <p:spPr>
            <a:xfrm flipV="1">
              <a:off x="7679006" y="4726775"/>
              <a:ext cx="1709928" cy="87782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Connector 130"/>
            <p:cNvCxnSpPr/>
            <p:nvPr/>
          </p:nvCxnSpPr>
          <p:spPr>
            <a:xfrm>
              <a:off x="7679006" y="5604599"/>
              <a:ext cx="1709928" cy="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4" name="Grupo 153">
            <a:extLst>
              <a:ext uri="{FF2B5EF4-FFF2-40B4-BE49-F238E27FC236}">
                <a16:creationId xmlns:a16="http://schemas.microsoft.com/office/drawing/2014/main" id="{611E9136-A30C-7507-649E-649E763589F5}"/>
              </a:ext>
            </a:extLst>
          </p:cNvPr>
          <p:cNvGrpSpPr/>
          <p:nvPr/>
        </p:nvGrpSpPr>
        <p:grpSpPr>
          <a:xfrm>
            <a:off x="9442542" y="1143000"/>
            <a:ext cx="652869" cy="3929209"/>
            <a:chOff x="7360051" y="1102064"/>
            <a:chExt cx="3172968" cy="3927349"/>
          </a:xfrm>
        </p:grpSpPr>
        <p:cxnSp>
          <p:nvCxnSpPr>
            <p:cNvPr id="155" name="Connector 131"/>
            <p:cNvCxnSpPr/>
            <p:nvPr/>
          </p:nvCxnSpPr>
          <p:spPr>
            <a:xfrm flipV="1">
              <a:off x="7360051" y="1102064"/>
              <a:ext cx="3172968" cy="416053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or 132"/>
            <p:cNvCxnSpPr/>
            <p:nvPr/>
          </p:nvCxnSpPr>
          <p:spPr>
            <a:xfrm>
              <a:off x="7360051" y="1518117"/>
              <a:ext cx="3172968" cy="55321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or 133"/>
            <p:cNvCxnSpPr/>
            <p:nvPr/>
          </p:nvCxnSpPr>
          <p:spPr>
            <a:xfrm>
              <a:off x="7360051" y="1518117"/>
              <a:ext cx="3172968" cy="152247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or 134"/>
            <p:cNvCxnSpPr/>
            <p:nvPr/>
          </p:nvCxnSpPr>
          <p:spPr>
            <a:xfrm>
              <a:off x="7360051" y="1518117"/>
              <a:ext cx="3172968" cy="249174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Connector 135"/>
            <p:cNvCxnSpPr/>
            <p:nvPr/>
          </p:nvCxnSpPr>
          <p:spPr>
            <a:xfrm>
              <a:off x="7360051" y="1518117"/>
              <a:ext cx="3172968" cy="346100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or 136"/>
            <p:cNvCxnSpPr/>
            <p:nvPr/>
          </p:nvCxnSpPr>
          <p:spPr>
            <a:xfrm flipV="1">
              <a:off x="7360051" y="1102064"/>
              <a:ext cx="3172968" cy="1293877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or 137"/>
            <p:cNvCxnSpPr/>
            <p:nvPr/>
          </p:nvCxnSpPr>
          <p:spPr>
            <a:xfrm flipV="1">
              <a:off x="7360051" y="2071329"/>
              <a:ext cx="3172968" cy="32461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Connector 138"/>
            <p:cNvCxnSpPr/>
            <p:nvPr/>
          </p:nvCxnSpPr>
          <p:spPr>
            <a:xfrm>
              <a:off x="7360051" y="2395941"/>
              <a:ext cx="3172968" cy="64465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or 139"/>
            <p:cNvCxnSpPr/>
            <p:nvPr/>
          </p:nvCxnSpPr>
          <p:spPr>
            <a:xfrm>
              <a:off x="7360051" y="2395941"/>
              <a:ext cx="3172968" cy="161391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or 140"/>
            <p:cNvCxnSpPr/>
            <p:nvPr/>
          </p:nvCxnSpPr>
          <p:spPr>
            <a:xfrm>
              <a:off x="7360051" y="2395941"/>
              <a:ext cx="3172968" cy="258318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141"/>
            <p:cNvCxnSpPr/>
            <p:nvPr/>
          </p:nvCxnSpPr>
          <p:spPr>
            <a:xfrm flipV="1">
              <a:off x="7360051" y="1102064"/>
              <a:ext cx="3172968" cy="2171701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nector 142"/>
            <p:cNvCxnSpPr/>
            <p:nvPr/>
          </p:nvCxnSpPr>
          <p:spPr>
            <a:xfrm flipV="1">
              <a:off x="7360051" y="2071329"/>
              <a:ext cx="3172968" cy="120243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nector 143"/>
            <p:cNvCxnSpPr/>
            <p:nvPr/>
          </p:nvCxnSpPr>
          <p:spPr>
            <a:xfrm flipV="1">
              <a:off x="7360051" y="3040593"/>
              <a:ext cx="3172968" cy="23317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nector 144"/>
            <p:cNvCxnSpPr/>
            <p:nvPr/>
          </p:nvCxnSpPr>
          <p:spPr>
            <a:xfrm>
              <a:off x="7360051" y="3273765"/>
              <a:ext cx="3172968" cy="73609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nector 145"/>
            <p:cNvCxnSpPr/>
            <p:nvPr/>
          </p:nvCxnSpPr>
          <p:spPr>
            <a:xfrm>
              <a:off x="7360051" y="3273765"/>
              <a:ext cx="3172968" cy="170535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nector 146"/>
            <p:cNvCxnSpPr/>
            <p:nvPr/>
          </p:nvCxnSpPr>
          <p:spPr>
            <a:xfrm flipV="1">
              <a:off x="7360051" y="1102064"/>
              <a:ext cx="3172968" cy="3049525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nector 147"/>
            <p:cNvCxnSpPr/>
            <p:nvPr/>
          </p:nvCxnSpPr>
          <p:spPr>
            <a:xfrm flipV="1">
              <a:off x="7360051" y="2071329"/>
              <a:ext cx="3172968" cy="208026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Connector 148"/>
            <p:cNvCxnSpPr/>
            <p:nvPr/>
          </p:nvCxnSpPr>
          <p:spPr>
            <a:xfrm flipV="1">
              <a:off x="7360051" y="3040593"/>
              <a:ext cx="3172968" cy="111099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Connector 149"/>
            <p:cNvCxnSpPr/>
            <p:nvPr/>
          </p:nvCxnSpPr>
          <p:spPr>
            <a:xfrm flipV="1">
              <a:off x="7360051" y="4009857"/>
              <a:ext cx="3172968" cy="14173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Connector 150"/>
            <p:cNvCxnSpPr/>
            <p:nvPr/>
          </p:nvCxnSpPr>
          <p:spPr>
            <a:xfrm>
              <a:off x="7360051" y="4151589"/>
              <a:ext cx="3172968" cy="82753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ctor 151"/>
            <p:cNvCxnSpPr/>
            <p:nvPr/>
          </p:nvCxnSpPr>
          <p:spPr>
            <a:xfrm flipV="1">
              <a:off x="7360051" y="1102064"/>
              <a:ext cx="3172968" cy="3927349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Connector 152"/>
            <p:cNvCxnSpPr/>
            <p:nvPr/>
          </p:nvCxnSpPr>
          <p:spPr>
            <a:xfrm flipV="1">
              <a:off x="7360051" y="2071329"/>
              <a:ext cx="3172968" cy="2958084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Connector 153"/>
            <p:cNvCxnSpPr/>
            <p:nvPr/>
          </p:nvCxnSpPr>
          <p:spPr>
            <a:xfrm flipV="1">
              <a:off x="7360051" y="3040593"/>
              <a:ext cx="3172968" cy="1988820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Connector 154"/>
            <p:cNvCxnSpPr/>
            <p:nvPr/>
          </p:nvCxnSpPr>
          <p:spPr>
            <a:xfrm flipV="1">
              <a:off x="7360051" y="4009857"/>
              <a:ext cx="3172968" cy="1019556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Connector 155"/>
            <p:cNvCxnSpPr/>
            <p:nvPr/>
          </p:nvCxnSpPr>
          <p:spPr>
            <a:xfrm flipV="1">
              <a:off x="7360051" y="4979121"/>
              <a:ext cx="3172968" cy="50292"/>
            </a:xfrm>
            <a:prstGeom prst="line">
              <a:avLst/>
            </a:prstGeom>
            <a:ln w="8890">
              <a:solidFill>
                <a:srgbClr val="EB7D2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62FC363-4922-1E12-B758-6679EF378C1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38" r="62667" b="23978"/>
          <a:stretch/>
        </p:blipFill>
        <p:spPr>
          <a:xfrm>
            <a:off x="3822700" y="463897"/>
            <a:ext cx="2273300" cy="274398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0FA6251-8FAA-26BA-6757-0733975AA068}"/>
              </a:ext>
            </a:extLst>
          </p:cNvPr>
          <p:cNvSpPr txBox="1"/>
          <p:nvPr/>
        </p:nvSpPr>
        <p:spPr>
          <a:xfrm>
            <a:off x="5549900" y="72074"/>
            <a:ext cx="109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800" b="1" dirty="0">
                <a:latin typeface="Eco Sans Bold"/>
              </a:rPr>
              <a:t>1960</a:t>
            </a:r>
            <a:endParaRPr lang="en-US" sz="2800" b="1" dirty="0">
              <a:latin typeface="Eco Sans Bold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45B0DB4-2CE5-838B-2F06-169EC357D5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667" r="3238" b="23978"/>
          <a:stretch/>
        </p:blipFill>
        <p:spPr>
          <a:xfrm>
            <a:off x="6235700" y="504802"/>
            <a:ext cx="2273300" cy="274398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61B9D51-26AC-500E-C441-558F50639C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81" t="74444" r="69714"/>
          <a:stretch/>
        </p:blipFill>
        <p:spPr>
          <a:xfrm>
            <a:off x="2362200" y="806103"/>
            <a:ext cx="1460500" cy="92243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DDC3DD6B-EDA9-7970-CDAA-69D20CC8CE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430" t="76467" r="8761"/>
          <a:stretch/>
        </p:blipFill>
        <p:spPr>
          <a:xfrm>
            <a:off x="8623300" y="774700"/>
            <a:ext cx="1320800" cy="849419"/>
          </a:xfrm>
          <a:prstGeom prst="rect">
            <a:avLst/>
          </a:prstGeom>
        </p:spPr>
      </p:pic>
      <p:grpSp>
        <p:nvGrpSpPr>
          <p:cNvPr id="16" name="Grupo 15">
            <a:extLst>
              <a:ext uri="{FF2B5EF4-FFF2-40B4-BE49-F238E27FC236}">
                <a16:creationId xmlns:a16="http://schemas.microsoft.com/office/drawing/2014/main" id="{E5D4ABCC-DB12-B7D1-67A6-239A5A80189C}"/>
              </a:ext>
            </a:extLst>
          </p:cNvPr>
          <p:cNvGrpSpPr/>
          <p:nvPr/>
        </p:nvGrpSpPr>
        <p:grpSpPr>
          <a:xfrm>
            <a:off x="2819400" y="3202345"/>
            <a:ext cx="7797800" cy="2743987"/>
            <a:chOff x="2819400" y="3202345"/>
            <a:chExt cx="7797800" cy="2743987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E675D6EB-0121-0FCD-E9C4-3BC9B80A4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111501" y="3202345"/>
              <a:ext cx="5689600" cy="2743987"/>
            </a:xfrm>
            <a:prstGeom prst="rect">
              <a:avLst/>
            </a:prstGeom>
          </p:spPr>
        </p:pic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D4322371-C8C4-5004-EAE2-7B33F94C8BCD}"/>
                </a:ext>
              </a:extLst>
            </p:cNvPr>
            <p:cNvSpPr txBox="1"/>
            <p:nvPr/>
          </p:nvSpPr>
          <p:spPr>
            <a:xfrm>
              <a:off x="8693150" y="3583811"/>
              <a:ext cx="19240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2400" dirty="0" err="1">
                  <a:latin typeface="Eco Sans Bold"/>
                </a:rPr>
                <a:t>Corteza</a:t>
              </a:r>
              <a:r>
                <a:rPr lang="en-US" sz="2400" dirty="0">
                  <a:latin typeface="Eco Sans Bold"/>
                </a:rPr>
                <a:t> visual occipital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5DBFE0E8-F4A6-DDEA-AD14-4069502B3444}"/>
                </a:ext>
              </a:extLst>
            </p:cNvPr>
            <p:cNvSpPr txBox="1"/>
            <p:nvPr/>
          </p:nvSpPr>
          <p:spPr>
            <a:xfrm>
              <a:off x="2819400" y="4091642"/>
              <a:ext cx="10033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Eco Sans Bold"/>
                </a:rPr>
                <a:t>Ojo </a:t>
              </a:r>
            </a:p>
            <a:p>
              <a:pPr algn="ctr"/>
              <a:r>
                <a:rPr lang="es-CO" sz="2400" b="1" dirty="0">
                  <a:latin typeface="Eco Sans Bold"/>
                </a:rPr>
                <a:t>retina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2472D527-913C-C985-9B97-35F78AE051A4}"/>
                </a:ext>
              </a:extLst>
            </p:cNvPr>
            <p:cNvSpPr txBox="1"/>
            <p:nvPr/>
          </p:nvSpPr>
          <p:spPr>
            <a:xfrm>
              <a:off x="5880100" y="3638141"/>
              <a:ext cx="15684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2400" b="1" dirty="0">
                  <a:solidFill>
                    <a:schemeClr val="bg1"/>
                  </a:solidFill>
                  <a:latin typeface="Eco Sans Bold"/>
                </a:rPr>
                <a:t>Nervio óptico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4695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73D94638-AD0C-9463-D19E-2E9727706C3D}"/>
              </a:ext>
            </a:extLst>
          </p:cNvPr>
          <p:cNvGrpSpPr/>
          <p:nvPr/>
        </p:nvGrpSpPr>
        <p:grpSpPr>
          <a:xfrm>
            <a:off x="2540000" y="154345"/>
            <a:ext cx="7797800" cy="2743987"/>
            <a:chOff x="2819400" y="3202345"/>
            <a:chExt cx="7797800" cy="2743987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D2F0F10D-F269-88F6-1FD6-7CFA916E8A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11501" y="3202345"/>
              <a:ext cx="5689600" cy="2743987"/>
            </a:xfrm>
            <a:prstGeom prst="rect">
              <a:avLst/>
            </a:prstGeom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B207D9C6-EC35-C7E7-171D-D20D43D89A46}"/>
                </a:ext>
              </a:extLst>
            </p:cNvPr>
            <p:cNvSpPr txBox="1"/>
            <p:nvPr/>
          </p:nvSpPr>
          <p:spPr>
            <a:xfrm>
              <a:off x="8693150" y="3583811"/>
              <a:ext cx="19240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2400" dirty="0">
                  <a:latin typeface="Eco Sans Bold"/>
                </a:rPr>
                <a:t>Corteza visual occipital</a:t>
              </a:r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A081EC8F-A917-70BE-F70D-BA3708A8B28A}"/>
                </a:ext>
              </a:extLst>
            </p:cNvPr>
            <p:cNvSpPr txBox="1"/>
            <p:nvPr/>
          </p:nvSpPr>
          <p:spPr>
            <a:xfrm>
              <a:off x="2819400" y="4091642"/>
              <a:ext cx="100330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latin typeface="Eco Sans Bold"/>
                </a:rPr>
                <a:t>Ojo </a:t>
              </a:r>
            </a:p>
            <a:p>
              <a:pPr algn="ctr"/>
              <a:r>
                <a:rPr lang="es-CO" sz="2400" b="1" dirty="0">
                  <a:latin typeface="Eco Sans Bold"/>
                </a:rPr>
                <a:t>retina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9E0B115-9EEA-0DBE-14F4-C07C759489AF}"/>
                </a:ext>
              </a:extLst>
            </p:cNvPr>
            <p:cNvSpPr txBox="1"/>
            <p:nvPr/>
          </p:nvSpPr>
          <p:spPr>
            <a:xfrm>
              <a:off x="5880100" y="3638141"/>
              <a:ext cx="1568450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s-CO" sz="2400" b="1" dirty="0">
                  <a:solidFill>
                    <a:schemeClr val="bg1"/>
                  </a:solidFill>
                  <a:latin typeface="Eco Sans Bold"/>
                </a:rPr>
                <a:t>Nervio óptico</a:t>
              </a:r>
            </a:p>
          </p:txBody>
        </p:sp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0BD12E03-9A16-3AC3-0E70-5F02823F3DA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1386"/>
          <a:stretch/>
        </p:blipFill>
        <p:spPr>
          <a:xfrm>
            <a:off x="993776" y="1421138"/>
            <a:ext cx="1657350" cy="170460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7E32ADE-9EA1-393E-21CD-CE06752894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417" r="-1"/>
          <a:stretch/>
        </p:blipFill>
        <p:spPr>
          <a:xfrm>
            <a:off x="8606087" y="1384012"/>
            <a:ext cx="2044245" cy="1981465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6F29BDD-836B-EB4B-1BE0-C84D1A21B6A2}"/>
              </a:ext>
            </a:extLst>
          </p:cNvPr>
          <p:cNvSpPr txBox="1"/>
          <p:nvPr/>
        </p:nvSpPr>
        <p:spPr>
          <a:xfrm>
            <a:off x="5054600" y="3073400"/>
            <a:ext cx="1866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VISIÓN HUMANA 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C65F207-5113-381F-1C73-98385E019D97}"/>
              </a:ext>
            </a:extLst>
          </p:cNvPr>
          <p:cNvSpPr txBox="1"/>
          <p:nvPr/>
        </p:nvSpPr>
        <p:spPr>
          <a:xfrm>
            <a:off x="1921375" y="3741128"/>
            <a:ext cx="189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PROCESAMIENTO                          INICIAL                      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F5BB190-66D0-ABE9-B016-F01F6AD511CC}"/>
              </a:ext>
            </a:extLst>
          </p:cNvPr>
          <p:cNvSpPr txBox="1"/>
          <p:nvPr/>
        </p:nvSpPr>
        <p:spPr>
          <a:xfrm>
            <a:off x="460076" y="3880828"/>
            <a:ext cx="12744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👁️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Eco Sans Bold"/>
              </a:rPr>
              <a:t>RETINA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696C571-E025-1043-03E6-D854913BB448}"/>
                  </a:ext>
                </a:extLst>
              </p:cNvPr>
              <p:cNvSpPr txBox="1"/>
              <p:nvPr/>
            </p:nvSpPr>
            <p:spPr>
              <a:xfrm>
                <a:off x="1630993" y="3868348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696C571-E025-1043-03E6-D854913BB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0993" y="3868348"/>
                <a:ext cx="382916" cy="369332"/>
              </a:xfrm>
              <a:prstGeom prst="rect">
                <a:avLst/>
              </a:prstGeom>
              <a:blipFill>
                <a:blip r:embed="rId4"/>
                <a:stretch>
                  <a:fillRect t="-10000" r="-27419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C90B1B7-B92F-9462-6240-2FD0429195CC}"/>
                  </a:ext>
                </a:extLst>
              </p:cNvPr>
              <p:cNvSpPr txBox="1"/>
              <p:nvPr/>
            </p:nvSpPr>
            <p:spPr>
              <a:xfrm>
                <a:off x="3736976" y="3860393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3C90B1B7-B92F-9462-6240-2FD042919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976" y="3860393"/>
                <a:ext cx="38291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CuadroTexto 21">
            <a:extLst>
              <a:ext uri="{FF2B5EF4-FFF2-40B4-BE49-F238E27FC236}">
                <a16:creationId xmlns:a16="http://schemas.microsoft.com/office/drawing/2014/main" id="{08AD6798-ED11-E574-ECCC-BF8BF0F37E3E}"/>
              </a:ext>
            </a:extLst>
          </p:cNvPr>
          <p:cNvSpPr txBox="1"/>
          <p:nvPr/>
        </p:nvSpPr>
        <p:spPr>
          <a:xfrm>
            <a:off x="4000541" y="3741128"/>
            <a:ext cx="189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CARACTERÍSTICAS SIMPLES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338AB72-D37E-23A3-54C2-35E899FF2885}"/>
              </a:ext>
            </a:extLst>
          </p:cNvPr>
          <p:cNvSpPr txBox="1"/>
          <p:nvPr/>
        </p:nvSpPr>
        <p:spPr>
          <a:xfrm>
            <a:off x="6079707" y="3741128"/>
            <a:ext cx="1892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CARACTERÍSTICAS INTERMEDIAS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6ED76FB-7AC6-47A3-F1E0-44B5E91F233D}"/>
              </a:ext>
            </a:extLst>
          </p:cNvPr>
          <p:cNvSpPr txBox="1"/>
          <p:nvPr/>
        </p:nvSpPr>
        <p:spPr>
          <a:xfrm>
            <a:off x="8158873" y="3741128"/>
            <a:ext cx="1892300" cy="64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CARACTERÍSTICAS COMPLEJAS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AEDF4824-A7D8-2D51-6926-B24BEC7DEB34}"/>
              </a:ext>
            </a:extLst>
          </p:cNvPr>
          <p:cNvSpPr txBox="1"/>
          <p:nvPr/>
        </p:nvSpPr>
        <p:spPr>
          <a:xfrm>
            <a:off x="10238038" y="3741128"/>
            <a:ext cx="1953962" cy="646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Eco Sans Bold"/>
              </a:rPr>
              <a:t>RECONOCIMIENTO VISUAL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0B65152-80FF-D39D-24FE-8615FA600D3A}"/>
                  </a:ext>
                </a:extLst>
              </p:cNvPr>
              <p:cNvSpPr txBox="1"/>
              <p:nvPr/>
            </p:nvSpPr>
            <p:spPr>
              <a:xfrm>
                <a:off x="5796592" y="3916196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0B65152-80FF-D39D-24FE-8615FA600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592" y="3916196"/>
                <a:ext cx="382916" cy="369332"/>
              </a:xfrm>
              <a:prstGeom prst="rect">
                <a:avLst/>
              </a:prstGeom>
              <a:blipFill>
                <a:blip r:embed="rId6"/>
                <a:stretch>
                  <a:fillRect t="-8197" r="-253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31264D8-87FB-A15D-4D62-DDC43EAA4A2E}"/>
                  </a:ext>
                </a:extLst>
              </p:cNvPr>
              <p:cNvSpPr txBox="1"/>
              <p:nvPr/>
            </p:nvSpPr>
            <p:spPr>
              <a:xfrm>
                <a:off x="7856208" y="3916196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0" name="CuadroTexto 29">
                <a:extLst>
                  <a:ext uri="{FF2B5EF4-FFF2-40B4-BE49-F238E27FC236}">
                    <a16:creationId xmlns:a16="http://schemas.microsoft.com/office/drawing/2014/main" id="{131264D8-87FB-A15D-4D62-DDC43EAA4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6208" y="3916196"/>
                <a:ext cx="382916" cy="369332"/>
              </a:xfrm>
              <a:prstGeom prst="rect">
                <a:avLst/>
              </a:prstGeom>
              <a:blipFill>
                <a:blip r:embed="rId7"/>
                <a:stretch>
                  <a:fillRect t="-8197" r="-253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7EACE25-4BD2-7772-2290-934E44416CFD}"/>
                  </a:ext>
                </a:extLst>
              </p:cNvPr>
              <p:cNvSpPr txBox="1"/>
              <p:nvPr/>
            </p:nvSpPr>
            <p:spPr>
              <a:xfrm>
                <a:off x="9954884" y="3918872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97EACE25-4BD2-7772-2290-934E44416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4884" y="3918872"/>
                <a:ext cx="382916" cy="369332"/>
              </a:xfrm>
              <a:prstGeom prst="rect">
                <a:avLst/>
              </a:prstGeom>
              <a:blipFill>
                <a:blip r:embed="rId8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1">
            <a:extLst>
              <a:ext uri="{FF2B5EF4-FFF2-40B4-BE49-F238E27FC236}">
                <a16:creationId xmlns:a16="http://schemas.microsoft.com/office/drawing/2014/main" id="{A1B880EC-AE55-46D5-0C8B-6291E89F8E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457" y="4957875"/>
            <a:ext cx="12634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🖼️</a:t>
            </a:r>
            <a:r>
              <a:rPr kumimoji="0" lang="en-US" altLang="en-US" sz="1000" b="1" i="0" u="none" strike="noStrike" cap="none" normalizeH="0" baseline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latin typeface="Arial Unicode MS"/>
              </a:rPr>
              <a:t> </a:t>
            </a:r>
            <a:r>
              <a:rPr lang="en-US" altLang="en-US" b="1" dirty="0">
                <a:solidFill>
                  <a:schemeClr val="accent5">
                    <a:lumMod val="50000"/>
                  </a:schemeClr>
                </a:solidFill>
                <a:latin typeface="Eco Sans Bold"/>
              </a:rPr>
              <a:t>IMAGEN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4443737-3C9B-ED1B-8B7C-579CE88D8AB9}"/>
                  </a:ext>
                </a:extLst>
              </p:cNvPr>
              <p:cNvSpPr txBox="1"/>
              <p:nvPr/>
            </p:nvSpPr>
            <p:spPr>
              <a:xfrm>
                <a:off x="1652768" y="4961273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3" name="CuadroTexto 32">
                <a:extLst>
                  <a:ext uri="{FF2B5EF4-FFF2-40B4-BE49-F238E27FC236}">
                    <a16:creationId xmlns:a16="http://schemas.microsoft.com/office/drawing/2014/main" id="{84443737-3C9B-ED1B-8B7C-579CE88D8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2768" y="4961273"/>
                <a:ext cx="382916" cy="369332"/>
              </a:xfrm>
              <a:prstGeom prst="rect">
                <a:avLst/>
              </a:prstGeom>
              <a:blipFill>
                <a:blip r:embed="rId9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4C6D2ED-87DE-8312-C744-E89D20C99CDA}"/>
                  </a:ext>
                </a:extLst>
              </p:cNvPr>
              <p:cNvSpPr txBox="1"/>
              <p:nvPr/>
            </p:nvSpPr>
            <p:spPr>
              <a:xfrm>
                <a:off x="3610702" y="4953318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4" name="CuadroTexto 33">
                <a:extLst>
                  <a:ext uri="{FF2B5EF4-FFF2-40B4-BE49-F238E27FC236}">
                    <a16:creationId xmlns:a16="http://schemas.microsoft.com/office/drawing/2014/main" id="{B4C6D2ED-87DE-8312-C744-E89D20C99C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702" y="4953318"/>
                <a:ext cx="382916" cy="369332"/>
              </a:xfrm>
              <a:prstGeom prst="rect">
                <a:avLst/>
              </a:prstGeom>
              <a:blipFill>
                <a:blip r:embed="rId10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4C77255-C8AF-C528-F451-0D061D665135}"/>
                  </a:ext>
                </a:extLst>
              </p:cNvPr>
              <p:cNvSpPr txBox="1"/>
              <p:nvPr/>
            </p:nvSpPr>
            <p:spPr>
              <a:xfrm>
                <a:off x="5670318" y="5009121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84C77255-C8AF-C528-F451-0D061D6651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318" y="5009121"/>
                <a:ext cx="382916" cy="369332"/>
              </a:xfrm>
              <a:prstGeom prst="rect">
                <a:avLst/>
              </a:prstGeom>
              <a:blipFill>
                <a:blip r:embed="rId11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0B190CD-9D1F-D21B-87C0-1791863B21B7}"/>
                  </a:ext>
                </a:extLst>
              </p:cNvPr>
              <p:cNvSpPr txBox="1"/>
              <p:nvPr/>
            </p:nvSpPr>
            <p:spPr>
              <a:xfrm>
                <a:off x="7729934" y="5009121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10B190CD-9D1F-D21B-87C0-1791863B2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9934" y="5009121"/>
                <a:ext cx="382916" cy="369332"/>
              </a:xfrm>
              <a:prstGeom prst="rect">
                <a:avLst/>
              </a:prstGeom>
              <a:blipFill>
                <a:blip r:embed="rId12"/>
                <a:stretch>
                  <a:fillRect t="-10000" r="-2698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D5E9E19-E86A-00F8-1A73-C20D93F050C2}"/>
                  </a:ext>
                </a:extLst>
              </p:cNvPr>
              <p:cNvSpPr txBox="1"/>
              <p:nvPr/>
            </p:nvSpPr>
            <p:spPr>
              <a:xfrm>
                <a:off x="9828610" y="5011797"/>
                <a:ext cx="38291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8D5E9E19-E86A-00F8-1A73-C20D93F05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28610" y="5011797"/>
                <a:ext cx="38291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2">
            <a:extLst>
              <a:ext uri="{FF2B5EF4-FFF2-40B4-BE49-F238E27FC236}">
                <a16:creationId xmlns:a16="http://schemas.microsoft.com/office/drawing/2014/main" id="{B27CFECF-ADF7-95E4-2C5B-B2C0BF4A2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060" y="4786601"/>
            <a:ext cx="189229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Eco Sans Bold"/>
              </a:rPr>
              <a:t>CONVOLUCIONES INICIALES </a:t>
            </a:r>
          </a:p>
        </p:txBody>
      </p:sp>
      <p:sp>
        <p:nvSpPr>
          <p:cNvPr id="39" name="Rectangle 3">
            <a:extLst>
              <a:ext uri="{FF2B5EF4-FFF2-40B4-BE49-F238E27FC236}">
                <a16:creationId xmlns:a16="http://schemas.microsoft.com/office/drawing/2014/main" id="{AE12441F-479B-8B31-06AD-710D9399F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465" y="4807384"/>
            <a:ext cx="12568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Eco Sans Bold"/>
              </a:rPr>
              <a:t>BORDES Y LÍNEAS </a:t>
            </a:r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ADDB2EFE-790D-5C02-D4F7-0D7B5F6F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844" y="4886010"/>
            <a:ext cx="123881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Eco Sans Bold"/>
              </a:rPr>
              <a:t>TEXTURAS Y FORMAS </a:t>
            </a:r>
          </a:p>
        </p:txBody>
      </p:sp>
      <p:sp>
        <p:nvSpPr>
          <p:cNvPr id="41" name="Rectangle 5">
            <a:extLst>
              <a:ext uri="{FF2B5EF4-FFF2-40B4-BE49-F238E27FC236}">
                <a16:creationId xmlns:a16="http://schemas.microsoft.com/office/drawing/2014/main" id="{CC85E03B-59AF-BB07-FC68-14BF7DC24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913" y="4858868"/>
            <a:ext cx="148064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Eco Sans Bold"/>
              </a:rPr>
              <a:t>PATRONES COMPLEJOS </a:t>
            </a:r>
          </a:p>
        </p:txBody>
      </p:sp>
      <p:sp>
        <p:nvSpPr>
          <p:cNvPr id="42" name="Rectangle 6">
            <a:extLst>
              <a:ext uri="{FF2B5EF4-FFF2-40B4-BE49-F238E27FC236}">
                <a16:creationId xmlns:a16="http://schemas.microsoft.com/office/drawing/2014/main" id="{4DD8D79C-1458-AB1F-984E-918F43DD7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37800" y="4961272"/>
            <a:ext cx="15956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algn="ctr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Eco Sans Bold"/>
              </a:rPr>
              <a:t>CLASIFICACIÓN 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CDF58D0-BD9E-2CA0-BCC6-256A188166FE}"/>
              </a:ext>
            </a:extLst>
          </p:cNvPr>
          <p:cNvSpPr txBox="1"/>
          <p:nvPr/>
        </p:nvSpPr>
        <p:spPr>
          <a:xfrm>
            <a:off x="3071949" y="3246511"/>
            <a:ext cx="6143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dirty="0">
                <a:latin typeface="Eco Sans Bold"/>
              </a:rPr>
              <a:t>COMPLEJOS </a:t>
            </a:r>
            <a:endParaRPr lang="en-US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7AA0609E-7CD0-58DA-BD46-370CB7D8172A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4914" r="54298"/>
          <a:stretch/>
        </p:blipFill>
        <p:spPr>
          <a:xfrm>
            <a:off x="18303" y="1952615"/>
            <a:ext cx="1003300" cy="1017992"/>
          </a:xfrm>
          <a:prstGeom prst="rect">
            <a:avLst/>
          </a:prstGeom>
        </p:spPr>
      </p:pic>
      <p:pic>
        <p:nvPicPr>
          <p:cNvPr id="48" name="Imagen 47">
            <a:extLst>
              <a:ext uri="{FF2B5EF4-FFF2-40B4-BE49-F238E27FC236}">
                <a16:creationId xmlns:a16="http://schemas.microsoft.com/office/drawing/2014/main" id="{37FED5B4-BB55-64BF-C5C6-38D1C965C2AE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55407" r="5195"/>
          <a:stretch/>
        </p:blipFill>
        <p:spPr>
          <a:xfrm>
            <a:off x="10847294" y="1829680"/>
            <a:ext cx="1086182" cy="1140927"/>
          </a:xfrm>
          <a:prstGeom prst="rect">
            <a:avLst/>
          </a:prstGeom>
        </p:spPr>
      </p:pic>
      <p:sp>
        <p:nvSpPr>
          <p:cNvPr id="49" name="CuadroTexto 48">
            <a:extLst>
              <a:ext uri="{FF2B5EF4-FFF2-40B4-BE49-F238E27FC236}">
                <a16:creationId xmlns:a16="http://schemas.microsoft.com/office/drawing/2014/main" id="{4AF0C195-6F29-A3D1-2274-234838AC6760}"/>
              </a:ext>
            </a:extLst>
          </p:cNvPr>
          <p:cNvSpPr txBox="1"/>
          <p:nvPr/>
        </p:nvSpPr>
        <p:spPr>
          <a:xfrm>
            <a:off x="42933" y="3068253"/>
            <a:ext cx="926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Simples</a:t>
            </a:r>
            <a:endParaRPr lang="en-US" b="1" dirty="0">
              <a:latin typeface="Eco Sans Bold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8D737197-511E-6D5D-A03A-07B5CCCA23B8}"/>
              </a:ext>
            </a:extLst>
          </p:cNvPr>
          <p:cNvSpPr txBox="1"/>
          <p:nvPr/>
        </p:nvSpPr>
        <p:spPr>
          <a:xfrm>
            <a:off x="10798016" y="2950772"/>
            <a:ext cx="11847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latin typeface="Eco Sans Bold"/>
              </a:rPr>
              <a:t>Complejas</a:t>
            </a:r>
            <a:endParaRPr lang="en-US" b="1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754017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4AC5DE-4483-2419-FA36-6C3C148DC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5106" y="1769324"/>
            <a:ext cx="5120640" cy="225416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655DA27-7506-EAEE-EF0F-95C0055EB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9" y="132916"/>
            <a:ext cx="4480790" cy="1972496"/>
          </a:xfrm>
          <a:prstGeom prst="rect">
            <a:avLst/>
          </a:prstGeom>
        </p:spPr>
      </p:pic>
      <p:grpSp>
        <p:nvGrpSpPr>
          <p:cNvPr id="81" name="Grupo 80">
            <a:extLst>
              <a:ext uri="{FF2B5EF4-FFF2-40B4-BE49-F238E27FC236}">
                <a16:creationId xmlns:a16="http://schemas.microsoft.com/office/drawing/2014/main" id="{7D863AD2-F5E8-5F2E-A7C8-D9721F95A9A5}"/>
              </a:ext>
            </a:extLst>
          </p:cNvPr>
          <p:cNvGrpSpPr/>
          <p:nvPr/>
        </p:nvGrpSpPr>
        <p:grpSpPr>
          <a:xfrm>
            <a:off x="4783112" y="4000463"/>
            <a:ext cx="7315843" cy="2781581"/>
            <a:chOff x="1597150" y="2038209"/>
            <a:chExt cx="7315843" cy="2781581"/>
          </a:xfrm>
        </p:grpSpPr>
        <p:grpSp>
          <p:nvGrpSpPr>
            <p:cNvPr id="39" name="Grupo 38">
              <a:extLst>
                <a:ext uri="{FF2B5EF4-FFF2-40B4-BE49-F238E27FC236}">
                  <a16:creationId xmlns:a16="http://schemas.microsoft.com/office/drawing/2014/main" id="{CC4BEBEC-DB03-0047-25A0-A63B5D48AB18}"/>
                </a:ext>
              </a:extLst>
            </p:cNvPr>
            <p:cNvGrpSpPr/>
            <p:nvPr/>
          </p:nvGrpSpPr>
          <p:grpSpPr>
            <a:xfrm>
              <a:off x="1597150" y="2431439"/>
              <a:ext cx="2057531" cy="1886027"/>
              <a:chOff x="2194560" y="461554"/>
              <a:chExt cx="5878286" cy="5650436"/>
            </a:xfrm>
          </p:grpSpPr>
          <p:pic>
            <p:nvPicPr>
              <p:cNvPr id="32" name="Imagen 31">
                <a:extLst>
                  <a:ext uri="{FF2B5EF4-FFF2-40B4-BE49-F238E27FC236}">
                    <a16:creationId xmlns:a16="http://schemas.microsoft.com/office/drawing/2014/main" id="{479A521D-4F87-23F2-A575-F2E844C2293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3476" t="17609" r="7395"/>
              <a:stretch/>
            </p:blipFill>
            <p:spPr>
              <a:xfrm>
                <a:off x="2194560" y="461554"/>
                <a:ext cx="5878286" cy="5650436"/>
              </a:xfrm>
              <a:prstGeom prst="rect">
                <a:avLst/>
              </a:prstGeom>
            </p:spPr>
          </p:pic>
          <p:sp>
            <p:nvSpPr>
              <p:cNvPr id="33" name="Rectángulo 32">
                <a:extLst>
                  <a:ext uri="{FF2B5EF4-FFF2-40B4-BE49-F238E27FC236}">
                    <a16:creationId xmlns:a16="http://schemas.microsoft.com/office/drawing/2014/main" id="{9369FE3F-F733-4E00-3576-E74E54C0761A}"/>
                  </a:ext>
                </a:extLst>
              </p:cNvPr>
              <p:cNvSpPr/>
              <p:nvPr/>
            </p:nvSpPr>
            <p:spPr>
              <a:xfrm>
                <a:off x="2314821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ángulo 33">
                <a:extLst>
                  <a:ext uri="{FF2B5EF4-FFF2-40B4-BE49-F238E27FC236}">
                    <a16:creationId xmlns:a16="http://schemas.microsoft.com/office/drawing/2014/main" id="{4CB25B60-3828-495C-3F74-251DD7228FC6}"/>
                  </a:ext>
                </a:extLst>
              </p:cNvPr>
              <p:cNvSpPr/>
              <p:nvPr/>
            </p:nvSpPr>
            <p:spPr>
              <a:xfrm>
                <a:off x="3262784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ángulo 34">
                <a:extLst>
                  <a:ext uri="{FF2B5EF4-FFF2-40B4-BE49-F238E27FC236}">
                    <a16:creationId xmlns:a16="http://schemas.microsoft.com/office/drawing/2014/main" id="{CB78A725-9C9A-AAA1-D9FE-F63486FDEF4E}"/>
                  </a:ext>
                </a:extLst>
              </p:cNvPr>
              <p:cNvSpPr/>
              <p:nvPr/>
            </p:nvSpPr>
            <p:spPr>
              <a:xfrm>
                <a:off x="4239946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ángulo 35">
                <a:extLst>
                  <a:ext uri="{FF2B5EF4-FFF2-40B4-BE49-F238E27FC236}">
                    <a16:creationId xmlns:a16="http://schemas.microsoft.com/office/drawing/2014/main" id="{B4FF50ED-7E9E-0CEA-E48A-5CE9A101A9E6}"/>
                  </a:ext>
                </a:extLst>
              </p:cNvPr>
              <p:cNvSpPr/>
              <p:nvPr/>
            </p:nvSpPr>
            <p:spPr>
              <a:xfrm>
                <a:off x="5217108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ángulo 36">
                <a:extLst>
                  <a:ext uri="{FF2B5EF4-FFF2-40B4-BE49-F238E27FC236}">
                    <a16:creationId xmlns:a16="http://schemas.microsoft.com/office/drawing/2014/main" id="{F17534ED-DBF2-B23D-70EF-A36B8DDEDC9E}"/>
                  </a:ext>
                </a:extLst>
              </p:cNvPr>
              <p:cNvSpPr/>
              <p:nvPr/>
            </p:nvSpPr>
            <p:spPr>
              <a:xfrm>
                <a:off x="6194270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6BABCD64-2EBB-24BC-D25B-22B8BD987188}"/>
                  </a:ext>
                </a:extLst>
              </p:cNvPr>
              <p:cNvSpPr/>
              <p:nvPr/>
            </p:nvSpPr>
            <p:spPr>
              <a:xfrm>
                <a:off x="7181943" y="57236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ángulo 40">
                <a:extLst>
                  <a:ext uri="{FF2B5EF4-FFF2-40B4-BE49-F238E27FC236}">
                    <a16:creationId xmlns:a16="http://schemas.microsoft.com/office/drawing/2014/main" id="{61C87840-4198-3AE6-2430-8D07884ADF63}"/>
                  </a:ext>
                </a:extLst>
              </p:cNvPr>
              <p:cNvSpPr/>
              <p:nvPr/>
            </p:nvSpPr>
            <p:spPr>
              <a:xfrm>
                <a:off x="2314821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ángulo 41">
                <a:extLst>
                  <a:ext uri="{FF2B5EF4-FFF2-40B4-BE49-F238E27FC236}">
                    <a16:creationId xmlns:a16="http://schemas.microsoft.com/office/drawing/2014/main" id="{96749D2A-6616-CE38-45F6-5C219ADEE246}"/>
                  </a:ext>
                </a:extLst>
              </p:cNvPr>
              <p:cNvSpPr/>
              <p:nvPr/>
            </p:nvSpPr>
            <p:spPr>
              <a:xfrm>
                <a:off x="3262784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ectángulo 71">
                <a:extLst>
                  <a:ext uri="{FF2B5EF4-FFF2-40B4-BE49-F238E27FC236}">
                    <a16:creationId xmlns:a16="http://schemas.microsoft.com/office/drawing/2014/main" id="{435CF0D7-D006-0CA4-2B73-8556A408C5E1}"/>
                  </a:ext>
                </a:extLst>
              </p:cNvPr>
              <p:cNvSpPr/>
              <p:nvPr/>
            </p:nvSpPr>
            <p:spPr>
              <a:xfrm>
                <a:off x="4239946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ángulo 73">
                <a:extLst>
                  <a:ext uri="{FF2B5EF4-FFF2-40B4-BE49-F238E27FC236}">
                    <a16:creationId xmlns:a16="http://schemas.microsoft.com/office/drawing/2014/main" id="{F6620BF0-8E4C-AAD1-D85B-AD598845A252}"/>
                  </a:ext>
                </a:extLst>
              </p:cNvPr>
              <p:cNvSpPr/>
              <p:nvPr/>
            </p:nvSpPr>
            <p:spPr>
              <a:xfrm>
                <a:off x="5217108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ángulo 75">
                <a:extLst>
                  <a:ext uri="{FF2B5EF4-FFF2-40B4-BE49-F238E27FC236}">
                    <a16:creationId xmlns:a16="http://schemas.microsoft.com/office/drawing/2014/main" id="{2CC81A52-D24A-88FB-CBE8-1BB316B205CA}"/>
                  </a:ext>
                </a:extLst>
              </p:cNvPr>
              <p:cNvSpPr/>
              <p:nvPr/>
            </p:nvSpPr>
            <p:spPr>
              <a:xfrm>
                <a:off x="6194270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Rectángulo 81">
                <a:extLst>
                  <a:ext uri="{FF2B5EF4-FFF2-40B4-BE49-F238E27FC236}">
                    <a16:creationId xmlns:a16="http://schemas.microsoft.com/office/drawing/2014/main" id="{55DF6A75-932A-DEB5-511B-8D2428F53E30}"/>
                  </a:ext>
                </a:extLst>
              </p:cNvPr>
              <p:cNvSpPr/>
              <p:nvPr/>
            </p:nvSpPr>
            <p:spPr>
              <a:xfrm>
                <a:off x="7181943" y="148240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Rectángulo 82">
                <a:extLst>
                  <a:ext uri="{FF2B5EF4-FFF2-40B4-BE49-F238E27FC236}">
                    <a16:creationId xmlns:a16="http://schemas.microsoft.com/office/drawing/2014/main" id="{96C71AE0-DE81-97BB-A560-3DDE71F48617}"/>
                  </a:ext>
                </a:extLst>
              </p:cNvPr>
              <p:cNvSpPr/>
              <p:nvPr/>
            </p:nvSpPr>
            <p:spPr>
              <a:xfrm>
                <a:off x="2314821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ángulo 83">
                <a:extLst>
                  <a:ext uri="{FF2B5EF4-FFF2-40B4-BE49-F238E27FC236}">
                    <a16:creationId xmlns:a16="http://schemas.microsoft.com/office/drawing/2014/main" id="{6C9AE2C3-FBA5-C8EE-18AF-5CF14F338BCF}"/>
                  </a:ext>
                </a:extLst>
              </p:cNvPr>
              <p:cNvSpPr/>
              <p:nvPr/>
            </p:nvSpPr>
            <p:spPr>
              <a:xfrm>
                <a:off x="3262784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Rectángulo 84">
                <a:extLst>
                  <a:ext uri="{FF2B5EF4-FFF2-40B4-BE49-F238E27FC236}">
                    <a16:creationId xmlns:a16="http://schemas.microsoft.com/office/drawing/2014/main" id="{310A7401-EAB6-7024-B553-26CE241914AF}"/>
                  </a:ext>
                </a:extLst>
              </p:cNvPr>
              <p:cNvSpPr/>
              <p:nvPr/>
            </p:nvSpPr>
            <p:spPr>
              <a:xfrm>
                <a:off x="4239946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6" name="Rectángulo 85">
                <a:extLst>
                  <a:ext uri="{FF2B5EF4-FFF2-40B4-BE49-F238E27FC236}">
                    <a16:creationId xmlns:a16="http://schemas.microsoft.com/office/drawing/2014/main" id="{4A1BB9BC-A031-021C-74D7-1E8F38EDCB9E}"/>
                  </a:ext>
                </a:extLst>
              </p:cNvPr>
              <p:cNvSpPr/>
              <p:nvPr/>
            </p:nvSpPr>
            <p:spPr>
              <a:xfrm>
                <a:off x="5217108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ángulo 86">
                <a:extLst>
                  <a:ext uri="{FF2B5EF4-FFF2-40B4-BE49-F238E27FC236}">
                    <a16:creationId xmlns:a16="http://schemas.microsoft.com/office/drawing/2014/main" id="{DF590796-CEE9-F82A-7539-8613D708245F}"/>
                  </a:ext>
                </a:extLst>
              </p:cNvPr>
              <p:cNvSpPr/>
              <p:nvPr/>
            </p:nvSpPr>
            <p:spPr>
              <a:xfrm>
                <a:off x="6194270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Rectángulo 87">
                <a:extLst>
                  <a:ext uri="{FF2B5EF4-FFF2-40B4-BE49-F238E27FC236}">
                    <a16:creationId xmlns:a16="http://schemas.microsoft.com/office/drawing/2014/main" id="{F1C22E30-B12F-0361-1136-CA4EFF4427DB}"/>
                  </a:ext>
                </a:extLst>
              </p:cNvPr>
              <p:cNvSpPr/>
              <p:nvPr/>
            </p:nvSpPr>
            <p:spPr>
              <a:xfrm>
                <a:off x="7181943" y="2392452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Rectángulo 88">
                <a:extLst>
                  <a:ext uri="{FF2B5EF4-FFF2-40B4-BE49-F238E27FC236}">
                    <a16:creationId xmlns:a16="http://schemas.microsoft.com/office/drawing/2014/main" id="{64E8486E-8B1A-0F4F-55D1-4207B24E47BF}"/>
                  </a:ext>
                </a:extLst>
              </p:cNvPr>
              <p:cNvSpPr/>
              <p:nvPr/>
            </p:nvSpPr>
            <p:spPr>
              <a:xfrm>
                <a:off x="2314821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Rectángulo 89">
                <a:extLst>
                  <a:ext uri="{FF2B5EF4-FFF2-40B4-BE49-F238E27FC236}">
                    <a16:creationId xmlns:a16="http://schemas.microsoft.com/office/drawing/2014/main" id="{61DD9F48-FBC8-17DE-9960-370A35B529E1}"/>
                  </a:ext>
                </a:extLst>
              </p:cNvPr>
              <p:cNvSpPr/>
              <p:nvPr/>
            </p:nvSpPr>
            <p:spPr>
              <a:xfrm>
                <a:off x="3262784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Rectángulo 90">
                <a:extLst>
                  <a:ext uri="{FF2B5EF4-FFF2-40B4-BE49-F238E27FC236}">
                    <a16:creationId xmlns:a16="http://schemas.microsoft.com/office/drawing/2014/main" id="{AA4928DC-2806-21E1-8D98-3E4A6F38D9AB}"/>
                  </a:ext>
                </a:extLst>
              </p:cNvPr>
              <p:cNvSpPr/>
              <p:nvPr/>
            </p:nvSpPr>
            <p:spPr>
              <a:xfrm>
                <a:off x="4239946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Rectángulo 91">
                <a:extLst>
                  <a:ext uri="{FF2B5EF4-FFF2-40B4-BE49-F238E27FC236}">
                    <a16:creationId xmlns:a16="http://schemas.microsoft.com/office/drawing/2014/main" id="{F5D7184B-75F1-F902-19FD-FF6963F80A4F}"/>
                  </a:ext>
                </a:extLst>
              </p:cNvPr>
              <p:cNvSpPr/>
              <p:nvPr/>
            </p:nvSpPr>
            <p:spPr>
              <a:xfrm>
                <a:off x="5217108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Rectángulo 92">
                <a:extLst>
                  <a:ext uri="{FF2B5EF4-FFF2-40B4-BE49-F238E27FC236}">
                    <a16:creationId xmlns:a16="http://schemas.microsoft.com/office/drawing/2014/main" id="{7F846041-2D36-1CBD-AE4A-AEE497EDD453}"/>
                  </a:ext>
                </a:extLst>
              </p:cNvPr>
              <p:cNvSpPr/>
              <p:nvPr/>
            </p:nvSpPr>
            <p:spPr>
              <a:xfrm>
                <a:off x="6194270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Rectángulo 93">
                <a:extLst>
                  <a:ext uri="{FF2B5EF4-FFF2-40B4-BE49-F238E27FC236}">
                    <a16:creationId xmlns:a16="http://schemas.microsoft.com/office/drawing/2014/main" id="{6B1EBCCE-75CA-413A-4DAD-4C4E556F118B}"/>
                  </a:ext>
                </a:extLst>
              </p:cNvPr>
              <p:cNvSpPr/>
              <p:nvPr/>
            </p:nvSpPr>
            <p:spPr>
              <a:xfrm>
                <a:off x="7181943" y="3302497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ángulo 94">
                <a:extLst>
                  <a:ext uri="{FF2B5EF4-FFF2-40B4-BE49-F238E27FC236}">
                    <a16:creationId xmlns:a16="http://schemas.microsoft.com/office/drawing/2014/main" id="{B8F28B7C-41F5-757C-F574-D26A487A51FE}"/>
                  </a:ext>
                </a:extLst>
              </p:cNvPr>
              <p:cNvSpPr/>
              <p:nvPr/>
            </p:nvSpPr>
            <p:spPr>
              <a:xfrm>
                <a:off x="2314821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ángulo 95">
                <a:extLst>
                  <a:ext uri="{FF2B5EF4-FFF2-40B4-BE49-F238E27FC236}">
                    <a16:creationId xmlns:a16="http://schemas.microsoft.com/office/drawing/2014/main" id="{EB827255-EA66-0AF1-BA29-69541BC8C0EC}"/>
                  </a:ext>
                </a:extLst>
              </p:cNvPr>
              <p:cNvSpPr/>
              <p:nvPr/>
            </p:nvSpPr>
            <p:spPr>
              <a:xfrm>
                <a:off x="3262784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ángulo 96">
                <a:extLst>
                  <a:ext uri="{FF2B5EF4-FFF2-40B4-BE49-F238E27FC236}">
                    <a16:creationId xmlns:a16="http://schemas.microsoft.com/office/drawing/2014/main" id="{6253E00C-0F05-8A4F-4DF7-08B3E9C8744F}"/>
                  </a:ext>
                </a:extLst>
              </p:cNvPr>
              <p:cNvSpPr/>
              <p:nvPr/>
            </p:nvSpPr>
            <p:spPr>
              <a:xfrm>
                <a:off x="4239946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8" name="Rectángulo 97">
                <a:extLst>
                  <a:ext uri="{FF2B5EF4-FFF2-40B4-BE49-F238E27FC236}">
                    <a16:creationId xmlns:a16="http://schemas.microsoft.com/office/drawing/2014/main" id="{FE7EA1E3-4E16-7FC0-0E10-033D08D08DB5}"/>
                  </a:ext>
                </a:extLst>
              </p:cNvPr>
              <p:cNvSpPr/>
              <p:nvPr/>
            </p:nvSpPr>
            <p:spPr>
              <a:xfrm>
                <a:off x="5217108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9" name="Rectángulo 98">
                <a:extLst>
                  <a:ext uri="{FF2B5EF4-FFF2-40B4-BE49-F238E27FC236}">
                    <a16:creationId xmlns:a16="http://schemas.microsoft.com/office/drawing/2014/main" id="{44DF2281-1EA2-A560-9C38-10D51C3DE00E}"/>
                  </a:ext>
                </a:extLst>
              </p:cNvPr>
              <p:cNvSpPr/>
              <p:nvPr/>
            </p:nvSpPr>
            <p:spPr>
              <a:xfrm>
                <a:off x="6194270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Rectángulo 99">
                <a:extLst>
                  <a:ext uri="{FF2B5EF4-FFF2-40B4-BE49-F238E27FC236}">
                    <a16:creationId xmlns:a16="http://schemas.microsoft.com/office/drawing/2014/main" id="{5D8BD4F7-2579-9164-EC93-06F46E4E57DD}"/>
                  </a:ext>
                </a:extLst>
              </p:cNvPr>
              <p:cNvSpPr/>
              <p:nvPr/>
            </p:nvSpPr>
            <p:spPr>
              <a:xfrm>
                <a:off x="7181943" y="4252221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ángulo 100">
                <a:extLst>
                  <a:ext uri="{FF2B5EF4-FFF2-40B4-BE49-F238E27FC236}">
                    <a16:creationId xmlns:a16="http://schemas.microsoft.com/office/drawing/2014/main" id="{3BED6EF7-D2A4-83BB-9EBA-76A62EBEFA3C}"/>
                  </a:ext>
                </a:extLst>
              </p:cNvPr>
              <p:cNvSpPr/>
              <p:nvPr/>
            </p:nvSpPr>
            <p:spPr>
              <a:xfrm>
                <a:off x="2314821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2" name="Rectángulo 101">
                <a:extLst>
                  <a:ext uri="{FF2B5EF4-FFF2-40B4-BE49-F238E27FC236}">
                    <a16:creationId xmlns:a16="http://schemas.microsoft.com/office/drawing/2014/main" id="{DE4A404C-C865-F1C3-9BE8-7439BBFE49FF}"/>
                  </a:ext>
                </a:extLst>
              </p:cNvPr>
              <p:cNvSpPr/>
              <p:nvPr/>
            </p:nvSpPr>
            <p:spPr>
              <a:xfrm>
                <a:off x="3262784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3" name="Rectángulo 102">
                <a:extLst>
                  <a:ext uri="{FF2B5EF4-FFF2-40B4-BE49-F238E27FC236}">
                    <a16:creationId xmlns:a16="http://schemas.microsoft.com/office/drawing/2014/main" id="{A1F5A4EA-01C9-01B7-E0D4-9C478BADC902}"/>
                  </a:ext>
                </a:extLst>
              </p:cNvPr>
              <p:cNvSpPr/>
              <p:nvPr/>
            </p:nvSpPr>
            <p:spPr>
              <a:xfrm>
                <a:off x="4239946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4" name="Rectángulo 103">
                <a:extLst>
                  <a:ext uri="{FF2B5EF4-FFF2-40B4-BE49-F238E27FC236}">
                    <a16:creationId xmlns:a16="http://schemas.microsoft.com/office/drawing/2014/main" id="{D88599F7-1743-3774-59D6-AD7421037614}"/>
                  </a:ext>
                </a:extLst>
              </p:cNvPr>
              <p:cNvSpPr/>
              <p:nvPr/>
            </p:nvSpPr>
            <p:spPr>
              <a:xfrm>
                <a:off x="5217108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ángulo 104">
                <a:extLst>
                  <a:ext uri="{FF2B5EF4-FFF2-40B4-BE49-F238E27FC236}">
                    <a16:creationId xmlns:a16="http://schemas.microsoft.com/office/drawing/2014/main" id="{8016D5CD-543F-B093-66BD-97F31D0631CD}"/>
                  </a:ext>
                </a:extLst>
              </p:cNvPr>
              <p:cNvSpPr/>
              <p:nvPr/>
            </p:nvSpPr>
            <p:spPr>
              <a:xfrm>
                <a:off x="6194270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ángulo 105">
                <a:extLst>
                  <a:ext uri="{FF2B5EF4-FFF2-40B4-BE49-F238E27FC236}">
                    <a16:creationId xmlns:a16="http://schemas.microsoft.com/office/drawing/2014/main" id="{AA5916F2-9383-A4EF-CBBE-63276603165C}"/>
                  </a:ext>
                </a:extLst>
              </p:cNvPr>
              <p:cNvSpPr/>
              <p:nvPr/>
            </p:nvSpPr>
            <p:spPr>
              <a:xfrm>
                <a:off x="7181943" y="5162266"/>
                <a:ext cx="766354" cy="757645"/>
              </a:xfrm>
              <a:prstGeom prst="rect">
                <a:avLst/>
              </a:prstGeom>
              <a:solidFill>
                <a:srgbClr val="FFC000">
                  <a:alpha val="31000"/>
                </a:srgbClr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53A33514-980C-B7C8-7BB7-AE4B89E201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3851659" y="2293296"/>
              <a:ext cx="479888" cy="486915"/>
            </a:xfrm>
            <a:prstGeom prst="rect">
              <a:avLst/>
            </a:prstGeom>
          </p:spPr>
        </p:pic>
        <p:pic>
          <p:nvPicPr>
            <p:cNvPr id="43" name="Imagen 42">
              <a:extLst>
                <a:ext uri="{FF2B5EF4-FFF2-40B4-BE49-F238E27FC236}">
                  <a16:creationId xmlns:a16="http://schemas.microsoft.com/office/drawing/2014/main" id="{AF806739-EEB8-D491-9115-2636F2B4B0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3851659" y="4010455"/>
              <a:ext cx="479888" cy="486915"/>
            </a:xfrm>
            <a:prstGeom prst="rect">
              <a:avLst/>
            </a:prstGeom>
          </p:spPr>
        </p:pic>
        <p:pic>
          <p:nvPicPr>
            <p:cNvPr id="44" name="Imagen 43">
              <a:extLst>
                <a:ext uri="{FF2B5EF4-FFF2-40B4-BE49-F238E27FC236}">
                  <a16:creationId xmlns:a16="http://schemas.microsoft.com/office/drawing/2014/main" id="{5D93B758-E2CA-4B74-2CAD-D5F777384E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3851659" y="2888261"/>
              <a:ext cx="479888" cy="486915"/>
            </a:xfrm>
            <a:prstGeom prst="rect">
              <a:avLst/>
            </a:prstGeom>
          </p:spPr>
        </p:pic>
        <p:pic>
          <p:nvPicPr>
            <p:cNvPr id="45" name="Imagen 44">
              <a:extLst>
                <a:ext uri="{FF2B5EF4-FFF2-40B4-BE49-F238E27FC236}">
                  <a16:creationId xmlns:a16="http://schemas.microsoft.com/office/drawing/2014/main" id="{BC8F5C86-AC16-3F21-C6F1-3A31F201B0F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3851659" y="3440891"/>
              <a:ext cx="479888" cy="486915"/>
            </a:xfrm>
            <a:prstGeom prst="rect">
              <a:avLst/>
            </a:prstGeom>
          </p:spPr>
        </p:pic>
        <p:pic>
          <p:nvPicPr>
            <p:cNvPr id="46" name="Imagen 45">
              <a:extLst>
                <a:ext uri="{FF2B5EF4-FFF2-40B4-BE49-F238E27FC236}">
                  <a16:creationId xmlns:a16="http://schemas.microsoft.com/office/drawing/2014/main" id="{06E18DC8-81C4-910C-608F-4EA69A3854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4378709" y="2299846"/>
              <a:ext cx="479888" cy="486915"/>
            </a:xfrm>
            <a:prstGeom prst="rect">
              <a:avLst/>
            </a:prstGeom>
          </p:spPr>
        </p:pic>
        <p:pic>
          <p:nvPicPr>
            <p:cNvPr id="47" name="Imagen 46">
              <a:extLst>
                <a:ext uri="{FF2B5EF4-FFF2-40B4-BE49-F238E27FC236}">
                  <a16:creationId xmlns:a16="http://schemas.microsoft.com/office/drawing/2014/main" id="{69FFB036-0033-F9B4-36FD-980A975C7C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4378709" y="4017005"/>
              <a:ext cx="479888" cy="486915"/>
            </a:xfrm>
            <a:prstGeom prst="rect">
              <a:avLst/>
            </a:prstGeom>
          </p:spPr>
        </p:pic>
        <p:pic>
          <p:nvPicPr>
            <p:cNvPr id="16" name="Imagen 15">
              <a:extLst>
                <a:ext uri="{FF2B5EF4-FFF2-40B4-BE49-F238E27FC236}">
                  <a16:creationId xmlns:a16="http://schemas.microsoft.com/office/drawing/2014/main" id="{7D407DA2-0773-9008-AF0E-64C253ED79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4378709" y="2894811"/>
              <a:ext cx="479888" cy="486915"/>
            </a:xfrm>
            <a:prstGeom prst="rect">
              <a:avLst/>
            </a:prstGeom>
          </p:spPr>
        </p:pic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96990E0E-8047-2962-B36C-B5AF7D5D84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914" r="54298"/>
            <a:stretch/>
          </p:blipFill>
          <p:spPr>
            <a:xfrm>
              <a:off x="4378709" y="3447441"/>
              <a:ext cx="479888" cy="486915"/>
            </a:xfrm>
            <a:prstGeom prst="rect">
              <a:avLst/>
            </a:prstGeom>
          </p:spPr>
        </p:pic>
        <p:pic>
          <p:nvPicPr>
            <p:cNvPr id="18" name="Imagen 17">
              <a:extLst>
                <a:ext uri="{FF2B5EF4-FFF2-40B4-BE49-F238E27FC236}">
                  <a16:creationId xmlns:a16="http://schemas.microsoft.com/office/drawing/2014/main" id="{7C8B51A2-6026-7C6B-C5BF-E55FD0E501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5407" r="5195"/>
            <a:stretch/>
          </p:blipFill>
          <p:spPr>
            <a:xfrm>
              <a:off x="6318250" y="3612276"/>
              <a:ext cx="660400" cy="693685"/>
            </a:xfrm>
            <a:prstGeom prst="rect">
              <a:avLst/>
            </a:prstGeom>
          </p:spPr>
        </p:pic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1CA8BE7D-7EE9-0F8D-BF22-398C8CC57F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55407" r="5195"/>
            <a:stretch/>
          </p:blipFill>
          <p:spPr>
            <a:xfrm>
              <a:off x="6324600" y="2551786"/>
              <a:ext cx="660400" cy="693685"/>
            </a:xfrm>
            <a:prstGeom prst="rect">
              <a:avLst/>
            </a:prstGeom>
          </p:spPr>
        </p:pic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444265BF-EC89-3FB0-F7CF-2C752DB0F0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12101" t="8804" r="10659" b="4283"/>
            <a:stretch/>
          </p:blipFill>
          <p:spPr>
            <a:xfrm>
              <a:off x="7431327" y="2038209"/>
              <a:ext cx="1481666" cy="2781581"/>
            </a:xfrm>
            <a:prstGeom prst="rect">
              <a:avLst/>
            </a:prstGeom>
          </p:spPr>
        </p:pic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0C609269-30C8-60D3-C79A-0960A50B82BC}"/>
                </a:ext>
              </a:extLst>
            </p:cNvPr>
            <p:cNvSpPr/>
            <p:nvPr/>
          </p:nvSpPr>
          <p:spPr>
            <a:xfrm>
              <a:off x="4950484" y="2240583"/>
              <a:ext cx="1261763" cy="1188417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245E30F7-92F1-447F-01FC-95CEA29A6233}"/>
                </a:ext>
              </a:extLst>
            </p:cNvPr>
            <p:cNvSpPr/>
            <p:nvPr/>
          </p:nvSpPr>
          <p:spPr>
            <a:xfrm>
              <a:off x="4948413" y="3447441"/>
              <a:ext cx="1261762" cy="1124559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FA844D98-08DB-32F7-70A0-8BA3550CCE59}"/>
                </a:ext>
              </a:extLst>
            </p:cNvPr>
            <p:cNvCxnSpPr>
              <a:endCxn id="35" idx="2"/>
            </p:cNvCxnSpPr>
            <p:nvPr/>
          </p:nvCxnSpPr>
          <p:spPr>
            <a:xfrm flipH="1">
              <a:off x="2447201" y="2536753"/>
              <a:ext cx="217145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1324A4C3-C382-7E41-1EC5-685100BF155C}"/>
                </a:ext>
              </a:extLst>
            </p:cNvPr>
            <p:cNvCxnSpPr/>
            <p:nvPr/>
          </p:nvCxnSpPr>
          <p:spPr>
            <a:xfrm flipH="1">
              <a:off x="2354067" y="3120953"/>
              <a:ext cx="217145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D04C4A24-CCE1-3A7A-B61C-BA96A542EFA3}"/>
                </a:ext>
              </a:extLst>
            </p:cNvPr>
            <p:cNvCxnSpPr/>
            <p:nvPr/>
          </p:nvCxnSpPr>
          <p:spPr>
            <a:xfrm flipH="1">
              <a:off x="2404867" y="3705152"/>
              <a:ext cx="217145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285EBF8-0D9A-526F-EABF-5C02B57B7438}"/>
                </a:ext>
              </a:extLst>
            </p:cNvPr>
            <p:cNvCxnSpPr/>
            <p:nvPr/>
          </p:nvCxnSpPr>
          <p:spPr>
            <a:xfrm flipH="1">
              <a:off x="2472599" y="4221620"/>
              <a:ext cx="217145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27" name="Grupo 26">
              <a:extLst>
                <a:ext uri="{FF2B5EF4-FFF2-40B4-BE49-F238E27FC236}">
                  <a16:creationId xmlns:a16="http://schemas.microsoft.com/office/drawing/2014/main" id="{A10A64E9-37F4-E3F2-3BB7-0A462261DEDB}"/>
                </a:ext>
              </a:extLst>
            </p:cNvPr>
            <p:cNvGrpSpPr/>
            <p:nvPr/>
          </p:nvGrpSpPr>
          <p:grpSpPr>
            <a:xfrm>
              <a:off x="4962382" y="2326071"/>
              <a:ext cx="1212430" cy="2177849"/>
              <a:chOff x="252646" y="2181330"/>
              <a:chExt cx="717970" cy="1247669"/>
            </a:xfrm>
          </p:grpSpPr>
          <p:pic>
            <p:nvPicPr>
              <p:cNvPr id="30" name="Imagen 29">
                <a:extLst>
                  <a:ext uri="{FF2B5EF4-FFF2-40B4-BE49-F238E27FC236}">
                    <a16:creationId xmlns:a16="http://schemas.microsoft.com/office/drawing/2014/main" id="{BDC64D1C-6B52-4FB7-E932-E151C3675BBF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58326" t="70289" r="9926" b="12952"/>
              <a:stretch/>
            </p:blipFill>
            <p:spPr>
              <a:xfrm>
                <a:off x="252646" y="2827268"/>
                <a:ext cx="704656" cy="601731"/>
              </a:xfrm>
              <a:prstGeom prst="rect">
                <a:avLst/>
              </a:prstGeom>
            </p:spPr>
          </p:pic>
          <p:pic>
            <p:nvPicPr>
              <p:cNvPr id="31" name="Imagen 30">
                <a:extLst>
                  <a:ext uri="{FF2B5EF4-FFF2-40B4-BE49-F238E27FC236}">
                    <a16:creationId xmlns:a16="http://schemas.microsoft.com/office/drawing/2014/main" id="{B6946B72-9DDE-E360-B49D-C9402E02B4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7"/>
              <a:srcRect l="58325" t="22530" r="9666" b="60550"/>
              <a:stretch/>
            </p:blipFill>
            <p:spPr>
              <a:xfrm>
                <a:off x="260153" y="2181330"/>
                <a:ext cx="710463" cy="607517"/>
              </a:xfrm>
              <a:prstGeom prst="rect">
                <a:avLst/>
              </a:prstGeom>
            </p:spPr>
          </p:pic>
        </p:grp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1B2B6CB2-A270-7E74-AD9F-B35B65A9B78E}"/>
                </a:ext>
              </a:extLst>
            </p:cNvPr>
            <p:cNvCxnSpPr>
              <a:cxnSpLocks/>
            </p:cNvCxnSpPr>
            <p:nvPr/>
          </p:nvCxnSpPr>
          <p:spPr>
            <a:xfrm>
              <a:off x="5914456" y="2536753"/>
              <a:ext cx="727644" cy="35805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649B15F2-07B6-F13F-6FC4-1D57B09CAD2B}"/>
                </a:ext>
              </a:extLst>
            </p:cNvPr>
            <p:cNvCxnSpPr>
              <a:cxnSpLocks/>
            </p:cNvCxnSpPr>
            <p:nvPr/>
          </p:nvCxnSpPr>
          <p:spPr>
            <a:xfrm>
              <a:off x="5237078" y="2551786"/>
              <a:ext cx="1417722" cy="3430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" name="Conector recto 72">
              <a:extLst>
                <a:ext uri="{FF2B5EF4-FFF2-40B4-BE49-F238E27FC236}">
                  <a16:creationId xmlns:a16="http://schemas.microsoft.com/office/drawing/2014/main" id="{DAFEB2E6-666E-366C-6F7C-74707624BB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0626" y="2901938"/>
              <a:ext cx="1387824" cy="24404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5" name="Conector recto 74">
              <a:extLst>
                <a:ext uri="{FF2B5EF4-FFF2-40B4-BE49-F238E27FC236}">
                  <a16:creationId xmlns:a16="http://schemas.microsoft.com/office/drawing/2014/main" id="{32F10472-7D9F-D3F4-5282-46D409906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1309" y="2888261"/>
              <a:ext cx="790316" cy="30970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4BBA52FC-A850-FC6F-EC64-B788CD42D4B9}"/>
                </a:ext>
              </a:extLst>
            </p:cNvPr>
            <p:cNvCxnSpPr>
              <a:cxnSpLocks/>
            </p:cNvCxnSpPr>
            <p:nvPr/>
          </p:nvCxnSpPr>
          <p:spPr>
            <a:xfrm>
              <a:off x="5853256" y="3618567"/>
              <a:ext cx="727644" cy="358058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8" name="Conector recto 77">
              <a:extLst>
                <a:ext uri="{FF2B5EF4-FFF2-40B4-BE49-F238E27FC236}">
                  <a16:creationId xmlns:a16="http://schemas.microsoft.com/office/drawing/2014/main" id="{859C3BFD-D11B-9787-40CD-BA72A41ABBF7}"/>
                </a:ext>
              </a:extLst>
            </p:cNvPr>
            <p:cNvCxnSpPr>
              <a:cxnSpLocks/>
            </p:cNvCxnSpPr>
            <p:nvPr/>
          </p:nvCxnSpPr>
          <p:spPr>
            <a:xfrm>
              <a:off x="5175878" y="3633600"/>
              <a:ext cx="1417722" cy="343025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9" name="Conector recto 78">
              <a:extLst>
                <a:ext uri="{FF2B5EF4-FFF2-40B4-BE49-F238E27FC236}">
                  <a16:creationId xmlns:a16="http://schemas.microsoft.com/office/drawing/2014/main" id="{0AB44DD4-D83C-C4D7-EEE6-83CE632D2B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9426" y="3983752"/>
              <a:ext cx="1387824" cy="244044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0" name="Conector recto 79">
              <a:extLst>
                <a:ext uri="{FF2B5EF4-FFF2-40B4-BE49-F238E27FC236}">
                  <a16:creationId xmlns:a16="http://schemas.microsoft.com/office/drawing/2014/main" id="{350D7DF2-E0CF-24EB-FF17-59536CE36A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00109" y="3970075"/>
              <a:ext cx="790316" cy="30970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E045E9E5-973C-F849-6E31-2D4A4F58FE7B}"/>
              </a:ext>
            </a:extLst>
          </p:cNvPr>
          <p:cNvSpPr txBox="1"/>
          <p:nvPr/>
        </p:nvSpPr>
        <p:spPr>
          <a:xfrm>
            <a:off x="245064" y="1782246"/>
            <a:ext cx="114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Neuronas Simples</a:t>
            </a:r>
            <a:endParaRPr lang="en-US" b="1" dirty="0">
              <a:latin typeface="Eco Sans Bold"/>
            </a:endParaRPr>
          </a:p>
        </p:txBody>
      </p:sp>
      <p:sp>
        <p:nvSpPr>
          <p:cNvPr id="108" name="CuadroTexto 107">
            <a:extLst>
              <a:ext uri="{FF2B5EF4-FFF2-40B4-BE49-F238E27FC236}">
                <a16:creationId xmlns:a16="http://schemas.microsoft.com/office/drawing/2014/main" id="{807C0534-6874-C60E-4FE0-E0FA5473D28E}"/>
              </a:ext>
            </a:extLst>
          </p:cNvPr>
          <p:cNvSpPr txBox="1"/>
          <p:nvPr/>
        </p:nvSpPr>
        <p:spPr>
          <a:xfrm>
            <a:off x="2561070" y="3819456"/>
            <a:ext cx="1261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Neuronas Complejas</a:t>
            </a:r>
            <a:endParaRPr lang="en-US" b="1" dirty="0">
              <a:latin typeface="Eco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3060887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39B867A1-D017-2655-8C9F-5D611D39AC8B}"/>
              </a:ext>
            </a:extLst>
          </p:cNvPr>
          <p:cNvGrpSpPr/>
          <p:nvPr/>
        </p:nvGrpSpPr>
        <p:grpSpPr>
          <a:xfrm>
            <a:off x="3114387" y="1520463"/>
            <a:ext cx="6735748" cy="3621041"/>
            <a:chOff x="2608447" y="1183579"/>
            <a:chExt cx="6735748" cy="3621041"/>
          </a:xfrm>
        </p:grpSpPr>
        <p:pic>
          <p:nvPicPr>
            <p:cNvPr id="6" name="Imagen 5">
              <a:extLst>
                <a:ext uri="{FF2B5EF4-FFF2-40B4-BE49-F238E27FC236}">
                  <a16:creationId xmlns:a16="http://schemas.microsoft.com/office/drawing/2014/main" id="{F25CAD94-2557-A0C5-4B73-BAC52A3470C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14" r="54298"/>
            <a:stretch/>
          </p:blipFill>
          <p:spPr>
            <a:xfrm>
              <a:off x="2829619" y="1193204"/>
              <a:ext cx="479888" cy="486915"/>
            </a:xfrm>
            <a:prstGeom prst="rect">
              <a:avLst/>
            </a:prstGeom>
          </p:spPr>
        </p:pic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ECD8078-95BB-42BE-DFE6-9CCA189982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5407" r="5195"/>
            <a:stretch/>
          </p:blipFill>
          <p:spPr>
            <a:xfrm>
              <a:off x="6482261" y="1232749"/>
              <a:ext cx="479888" cy="504075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9AD4C732-CB91-7033-A901-7A979716EF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14" r="54298"/>
            <a:stretch/>
          </p:blipFill>
          <p:spPr>
            <a:xfrm>
              <a:off x="5300092" y="1183579"/>
              <a:ext cx="479888" cy="486915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9B71EE33-ABC7-27D4-E2F3-9B4F7444C5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5407" r="5195"/>
            <a:stretch/>
          </p:blipFill>
          <p:spPr>
            <a:xfrm>
              <a:off x="4072919" y="1194246"/>
              <a:ext cx="479888" cy="504075"/>
            </a:xfrm>
            <a:prstGeom prst="rect">
              <a:avLst/>
            </a:prstGeom>
          </p:spPr>
        </p:pic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DFFF955B-29E9-2333-B16A-8608BACA4F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944" t="2068" r="973" b="2369"/>
            <a:stretch/>
          </p:blipFill>
          <p:spPr>
            <a:xfrm>
              <a:off x="2608447" y="1730652"/>
              <a:ext cx="6735748" cy="30739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61680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rupo 92">
            <a:extLst>
              <a:ext uri="{FF2B5EF4-FFF2-40B4-BE49-F238E27FC236}">
                <a16:creationId xmlns:a16="http://schemas.microsoft.com/office/drawing/2014/main" id="{5E03FABB-55C0-5599-938B-7352B8C18A13}"/>
              </a:ext>
            </a:extLst>
          </p:cNvPr>
          <p:cNvGrpSpPr/>
          <p:nvPr/>
        </p:nvGrpSpPr>
        <p:grpSpPr>
          <a:xfrm>
            <a:off x="1658468" y="409652"/>
            <a:ext cx="731519" cy="702647"/>
            <a:chOff x="1793960" y="981775"/>
            <a:chExt cx="731519" cy="702647"/>
          </a:xfrm>
        </p:grpSpPr>
        <p:pic>
          <p:nvPicPr>
            <p:cNvPr id="83" name="Imagen 82">
              <a:extLst>
                <a:ext uri="{FF2B5EF4-FFF2-40B4-BE49-F238E27FC236}">
                  <a16:creationId xmlns:a16="http://schemas.microsoft.com/office/drawing/2014/main" id="{42046192-DDC3-2B2F-8608-ED9E492914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1250" y="1039525"/>
              <a:ext cx="427215" cy="541420"/>
            </a:xfrm>
            <a:prstGeom prst="rect">
              <a:avLst/>
            </a:prstGeom>
          </p:spPr>
        </p:pic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80B6AFFB-BCF8-8A00-19E4-CEAF7542A514}"/>
                </a:ext>
              </a:extLst>
            </p:cNvPr>
            <p:cNvSpPr/>
            <p:nvPr/>
          </p:nvSpPr>
          <p:spPr>
            <a:xfrm>
              <a:off x="1793960" y="981775"/>
              <a:ext cx="731519" cy="702647"/>
            </a:xfrm>
            <a:prstGeom prst="rect">
              <a:avLst/>
            </a:prstGeom>
            <a:noFill/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6" name="CuadroTexto 85">
            <a:extLst>
              <a:ext uri="{FF2B5EF4-FFF2-40B4-BE49-F238E27FC236}">
                <a16:creationId xmlns:a16="http://schemas.microsoft.com/office/drawing/2014/main" id="{9C494A03-0220-BBBE-8A98-AA40D5E6C50D}"/>
              </a:ext>
            </a:extLst>
          </p:cNvPr>
          <p:cNvSpPr txBox="1"/>
          <p:nvPr/>
        </p:nvSpPr>
        <p:spPr>
          <a:xfrm>
            <a:off x="331156" y="1506706"/>
            <a:ext cx="11409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Neuronas Simples</a:t>
            </a:r>
            <a:endParaRPr lang="en-US" b="1" dirty="0">
              <a:latin typeface="Eco Sans Bold"/>
            </a:endParaRP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8C65CADC-2F17-B5A8-A12C-79F90462CF9C}"/>
              </a:ext>
            </a:extLst>
          </p:cNvPr>
          <p:cNvSpPr txBox="1"/>
          <p:nvPr/>
        </p:nvSpPr>
        <p:spPr>
          <a:xfrm>
            <a:off x="2857250" y="343398"/>
            <a:ext cx="1261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Neuronas Complejas</a:t>
            </a:r>
            <a:endParaRPr lang="en-US" b="1" dirty="0">
              <a:latin typeface="Eco Sans Bold"/>
            </a:endParaRPr>
          </a:p>
        </p:txBody>
      </p:sp>
      <p:pic>
        <p:nvPicPr>
          <p:cNvPr id="88" name="Imagen 87">
            <a:extLst>
              <a:ext uri="{FF2B5EF4-FFF2-40B4-BE49-F238E27FC236}">
                <a16:creationId xmlns:a16="http://schemas.microsoft.com/office/drawing/2014/main" id="{24DA4F5D-C746-9EE1-AFB3-D9FA7AC355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914" r="54298"/>
          <a:stretch/>
        </p:blipFill>
        <p:spPr>
          <a:xfrm>
            <a:off x="618458" y="944239"/>
            <a:ext cx="637003" cy="646331"/>
          </a:xfrm>
          <a:prstGeom prst="rect">
            <a:avLst/>
          </a:prstGeom>
        </p:spPr>
      </p:pic>
      <p:grpSp>
        <p:nvGrpSpPr>
          <p:cNvPr id="92" name="Grupo 91">
            <a:extLst>
              <a:ext uri="{FF2B5EF4-FFF2-40B4-BE49-F238E27FC236}">
                <a16:creationId xmlns:a16="http://schemas.microsoft.com/office/drawing/2014/main" id="{21764C03-11A5-D642-7C6D-4180B1156973}"/>
              </a:ext>
            </a:extLst>
          </p:cNvPr>
          <p:cNvGrpSpPr/>
          <p:nvPr/>
        </p:nvGrpSpPr>
        <p:grpSpPr>
          <a:xfrm>
            <a:off x="1663980" y="1618118"/>
            <a:ext cx="731519" cy="702647"/>
            <a:chOff x="1799472" y="1836822"/>
            <a:chExt cx="731519" cy="702647"/>
          </a:xfrm>
        </p:grpSpPr>
        <p:pic>
          <p:nvPicPr>
            <p:cNvPr id="90" name="Imagen 89">
              <a:extLst>
                <a:ext uri="{FF2B5EF4-FFF2-40B4-BE49-F238E27FC236}">
                  <a16:creationId xmlns:a16="http://schemas.microsoft.com/office/drawing/2014/main" id="{3E0FD5EE-56A0-25EC-139B-E23C788E5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27619" y="2145813"/>
              <a:ext cx="466480" cy="162925"/>
            </a:xfrm>
            <a:prstGeom prst="rect">
              <a:avLst/>
            </a:prstGeom>
          </p:spPr>
        </p:pic>
        <p:sp>
          <p:nvSpPr>
            <p:cNvPr id="91" name="Rectángulo 90">
              <a:extLst>
                <a:ext uri="{FF2B5EF4-FFF2-40B4-BE49-F238E27FC236}">
                  <a16:creationId xmlns:a16="http://schemas.microsoft.com/office/drawing/2014/main" id="{80B6AFFB-BCF8-8A00-19E4-CEAF7542A514}"/>
                </a:ext>
              </a:extLst>
            </p:cNvPr>
            <p:cNvSpPr/>
            <p:nvPr/>
          </p:nvSpPr>
          <p:spPr>
            <a:xfrm>
              <a:off x="1799472" y="1836822"/>
              <a:ext cx="731519" cy="702647"/>
            </a:xfrm>
            <a:prstGeom prst="rect">
              <a:avLst/>
            </a:prstGeom>
            <a:noFill/>
            <a:ln w="3175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CuadroTexto 93">
            <a:extLst>
              <a:ext uri="{FF2B5EF4-FFF2-40B4-BE49-F238E27FC236}">
                <a16:creationId xmlns:a16="http://schemas.microsoft.com/office/drawing/2014/main" id="{8725695E-3C8C-32C6-2A07-DB07348FBDE2}"/>
              </a:ext>
            </a:extLst>
          </p:cNvPr>
          <p:cNvSpPr txBox="1"/>
          <p:nvPr/>
        </p:nvSpPr>
        <p:spPr>
          <a:xfrm>
            <a:off x="1458330" y="1111639"/>
            <a:ext cx="1140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Activada</a:t>
            </a:r>
            <a:endParaRPr lang="en-US" b="1" dirty="0">
              <a:latin typeface="Eco Sans Bold"/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913B879F-2066-570B-CD9F-8ED784BEEF51}"/>
              </a:ext>
            </a:extLst>
          </p:cNvPr>
          <p:cNvSpPr txBox="1"/>
          <p:nvPr/>
        </p:nvSpPr>
        <p:spPr>
          <a:xfrm>
            <a:off x="1344421" y="2346500"/>
            <a:ext cx="138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Eco Sans Bold"/>
              </a:rPr>
              <a:t>No Activada</a:t>
            </a:r>
            <a:endParaRPr lang="en-US" b="1" dirty="0">
              <a:latin typeface="Eco Sans Bold"/>
            </a:endParaRPr>
          </a:p>
        </p:txBody>
      </p:sp>
      <p:pic>
        <p:nvPicPr>
          <p:cNvPr id="97" name="Imagen 96">
            <a:extLst>
              <a:ext uri="{FF2B5EF4-FFF2-40B4-BE49-F238E27FC236}">
                <a16:creationId xmlns:a16="http://schemas.microsoft.com/office/drawing/2014/main" id="{AA8AE682-B3E0-54D6-2237-0636FFAE41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4085" y="4178911"/>
            <a:ext cx="4545163" cy="2631120"/>
          </a:xfrm>
          <a:prstGeom prst="rect">
            <a:avLst/>
          </a:prstGeom>
        </p:spPr>
      </p:pic>
      <p:sp>
        <p:nvSpPr>
          <p:cNvPr id="98" name="CuadroTexto 97">
            <a:extLst>
              <a:ext uri="{FF2B5EF4-FFF2-40B4-BE49-F238E27FC236}">
                <a16:creationId xmlns:a16="http://schemas.microsoft.com/office/drawing/2014/main" id="{3BF9C3C7-8299-49C8-786D-106450ED3B4B}"/>
              </a:ext>
            </a:extLst>
          </p:cNvPr>
          <p:cNvSpPr txBox="1"/>
          <p:nvPr/>
        </p:nvSpPr>
        <p:spPr>
          <a:xfrm>
            <a:off x="2025166" y="3815898"/>
            <a:ext cx="17623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latin typeface="Eco Sans Bold"/>
              </a:rPr>
              <a:t>Convolución</a:t>
            </a:r>
            <a:endParaRPr lang="en-US" sz="2400" b="1" dirty="0">
              <a:latin typeface="Eco Sans Bold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0374C5D-C2EB-879C-6A0E-72D8B105845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929" t="2902" r="5073"/>
          <a:stretch/>
        </p:blipFill>
        <p:spPr>
          <a:xfrm>
            <a:off x="4920343" y="203940"/>
            <a:ext cx="4140474" cy="218472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D8BFDF6-C149-277E-DF1B-EC72D99B08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095" y="1363529"/>
            <a:ext cx="3570514" cy="17065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85D518B-E19C-4A67-2412-6DE11F00FD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10023" y="2768351"/>
            <a:ext cx="2752071" cy="132129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073989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7981D6A-BF75-1A61-E71A-D53CCF88E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6" y="0"/>
            <a:ext cx="3170372" cy="170955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2473737-6D03-89BE-5DFD-4B477451DA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64" r="4209" b="4090"/>
          <a:stretch/>
        </p:blipFill>
        <p:spPr>
          <a:xfrm>
            <a:off x="-224251" y="4879296"/>
            <a:ext cx="3250729" cy="190116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A3E6109-A751-FACB-F3B1-65B0EAF9D25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643" t="13306" r="8786" b="6995"/>
          <a:stretch/>
        </p:blipFill>
        <p:spPr>
          <a:xfrm>
            <a:off x="3248298" y="200298"/>
            <a:ext cx="2978331" cy="14479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2969412-FC5F-7324-0A94-851682A60A9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232" r="2847"/>
          <a:stretch/>
        </p:blipFill>
        <p:spPr>
          <a:xfrm>
            <a:off x="2996956" y="4888079"/>
            <a:ext cx="3053125" cy="188065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1EEF547-BF58-8C6C-FA96-3FFD9E261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0"/>
            <a:ext cx="3378926" cy="171344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112CF6F-7B6A-7E89-FAAC-22C454C3869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290" r="3631"/>
          <a:stretch/>
        </p:blipFill>
        <p:spPr>
          <a:xfrm>
            <a:off x="6050081" y="4847876"/>
            <a:ext cx="3223836" cy="195947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0130AA1-DCF9-A1E7-5FE9-F5419145E67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516" t="6956" r="5434" b="4020"/>
          <a:stretch/>
        </p:blipFill>
        <p:spPr>
          <a:xfrm>
            <a:off x="9397001" y="200298"/>
            <a:ext cx="2651426" cy="144794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5D3A940-7F3C-4FFD-4041-1B6062AC954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2397"/>
          <a:stretch/>
        </p:blipFill>
        <p:spPr>
          <a:xfrm>
            <a:off x="9223911" y="4805827"/>
            <a:ext cx="3172804" cy="190204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303532F-DE50-EC05-FC50-8D4E3BDE53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6896" y="1896831"/>
            <a:ext cx="1737704" cy="215247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5A636EC-F057-9CEC-28D3-A968E8CB67E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25752" y="1856628"/>
            <a:ext cx="1599570" cy="247552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8BD9801-57C8-C810-44BA-C5C2EA0BD56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0723" y="2313608"/>
            <a:ext cx="1572556" cy="220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161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B1346FC-F913-9CAA-39C8-0E6363FEFD6F}"/>
              </a:ext>
            </a:extLst>
          </p:cNvPr>
          <p:cNvSpPr txBox="1"/>
          <p:nvPr/>
        </p:nvSpPr>
        <p:spPr>
          <a:xfrm>
            <a:off x="304800" y="390101"/>
            <a:ext cx="1054608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tf.keras.layers.Conv2D(32, (3, 3), </a:t>
            </a:r>
            <a:r>
              <a:rPr lang="en-US" sz="3200" dirty="0" err="1"/>
              <a:t>input_shape</a:t>
            </a:r>
            <a:r>
              <a:rPr lang="en-US" sz="3200" dirty="0"/>
              <a:t>=(28, 28, 1))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FF5069-5ECA-E7DE-3FAF-C4DDBAA2C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3" y="1419558"/>
            <a:ext cx="5442857" cy="472307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187F8C45-A389-8414-2F62-AEC120686774}"/>
              </a:ext>
            </a:extLst>
          </p:cNvPr>
          <p:cNvSpPr txBox="1"/>
          <p:nvPr/>
        </p:nvSpPr>
        <p:spPr>
          <a:xfrm>
            <a:off x="7254240" y="2671746"/>
            <a:ext cx="32134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tf.keras.layers.Conv2D(    32,    (3, 3),  </a:t>
            </a:r>
          </a:p>
          <a:p>
            <a:r>
              <a:rPr lang="en-US" dirty="0"/>
              <a:t>  </a:t>
            </a:r>
            <a:r>
              <a:rPr lang="en-US" dirty="0" err="1"/>
              <a:t>input_shape</a:t>
            </a:r>
            <a:r>
              <a:rPr lang="en-US" dirty="0"/>
              <a:t>=(28, 28, 1))</a:t>
            </a:r>
          </a:p>
        </p:txBody>
      </p:sp>
    </p:spTree>
    <p:extLst>
      <p:ext uri="{BB962C8B-B14F-4D97-AF65-F5344CB8AC3E}">
        <p14:creationId xmlns:p14="http://schemas.microsoft.com/office/powerpoint/2010/main" val="42447701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7C9002B-337B-0D56-E29A-8EA2112EE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373" y="1320597"/>
            <a:ext cx="5860357" cy="316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7775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1116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2860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3136</TotalTime>
  <Words>293</Words>
  <Application>Microsoft Office PowerPoint</Application>
  <PresentationFormat>Panorámica</PresentationFormat>
  <Paragraphs>118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5" baseType="lpstr">
      <vt:lpstr>Aptos</vt:lpstr>
      <vt:lpstr>Arial</vt:lpstr>
      <vt:lpstr>Arial Unicode MS</vt:lpstr>
      <vt:lpstr>Calibri</vt:lpstr>
      <vt:lpstr>Cambria Math</vt:lpstr>
      <vt:lpstr>Eco Sans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Carlos andres Niño niño</dc:creator>
  <cp:keywords/>
  <dc:description>generated using python-pptx</dc:description>
  <cp:lastModifiedBy>Carlos andres Niño niño</cp:lastModifiedBy>
  <cp:revision>70</cp:revision>
  <dcterms:created xsi:type="dcterms:W3CDTF">2013-01-27T09:14:16Z</dcterms:created>
  <dcterms:modified xsi:type="dcterms:W3CDTF">2026-10-07T19:51:07Z</dcterms:modified>
  <cp:category/>
</cp:coreProperties>
</file>