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6" r:id="rId7"/>
    <p:sldId id="270" r:id="rId8"/>
    <p:sldId id="259" r:id="rId9"/>
    <p:sldId id="268" r:id="rId10"/>
    <p:sldId id="269" r:id="rId11"/>
    <p:sldId id="265" r:id="rId12"/>
    <p:sldId id="272" r:id="rId13"/>
    <p:sldId id="271" r:id="rId14"/>
    <p:sldId id="273" r:id="rId15"/>
    <p:sldId id="277" r:id="rId16"/>
    <p:sldId id="274" r:id="rId17"/>
    <p:sldId id="275" r:id="rId18"/>
    <p:sldId id="276" r:id="rId19"/>
    <p:sldId id="278" r:id="rId20"/>
    <p:sldId id="279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B750"/>
    <a:srgbClr val="00FFFF"/>
    <a:srgbClr val="33CCCC"/>
    <a:srgbClr val="FF00FF"/>
    <a:srgbClr val="00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44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1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3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62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image" Target="../media/image31.png"/><Relationship Id="rId4" Type="http://schemas.openxmlformats.org/officeDocument/2006/relationships/image" Target="../media/image69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0670" y="682228"/>
            <a:ext cx="7680179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dirty="0">
                <a:latin typeface="Eco Sans Bold"/>
              </a:rPr>
              <a:t>DE LOS DATOS A UNA PREDICCIÓN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 dirty="0" err="1">
                <a:solidFill>
                  <a:srgbClr val="696969"/>
                </a:solidFill>
                <a:latin typeface="Aptos"/>
              </a:rPr>
              <a:t>Ejemplo</a:t>
            </a:r>
            <a:r>
              <a:rPr sz="1900" b="0">
                <a:solidFill>
                  <a:srgbClr val="696969"/>
                </a:solidFill>
                <a:latin typeface="Aptos"/>
              </a:rPr>
              <a:t> conceptual de una red neuronal para estimar el valor de una casa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697480"/>
            <a:ext cx="1051560" cy="100584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91919"/>
                </a:solidFill>
                <a:latin typeface="Aptos"/>
              </a:rPr>
              <a:t>DATOS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3218688"/>
            <a:ext cx="13258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3675888" y="316382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977639" y="2743200"/>
            <a:ext cx="960120" cy="960120"/>
          </a:xfrm>
          <a:prstGeom prst="ellipse">
            <a:avLst/>
          </a:prstGeom>
          <a:solidFill>
            <a:srgbClr val="BEDAF4"/>
          </a:solidFill>
          <a:ln>
            <a:solidFill>
              <a:srgbClr val="BE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218688"/>
            <a:ext cx="13258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190488" y="316382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39" y="2743200"/>
            <a:ext cx="1060705" cy="960120"/>
          </a:xfrm>
          <a:prstGeom prst="ellipse">
            <a:avLst/>
          </a:prstGeom>
          <a:solidFill>
            <a:srgbClr val="C9E7BE"/>
          </a:solidFill>
          <a:ln>
            <a:solidFill>
              <a:srgbClr val="C9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1919"/>
                </a:solidFill>
                <a:latin typeface="Aptos"/>
              </a:rPr>
              <a:t>SALIDA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43200"/>
            <a:ext cx="3108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dirty="0">
                <a:solidFill>
                  <a:srgbClr val="191919"/>
                </a:solidFill>
                <a:latin typeface="Aptos"/>
              </a:rPr>
              <a:t>¿</a:t>
            </a:r>
            <a:r>
              <a:rPr sz="2500" b="1" dirty="0" err="1">
                <a:solidFill>
                  <a:srgbClr val="191919"/>
                </a:solidFill>
                <a:latin typeface="Aptos"/>
              </a:rPr>
              <a:t>Cuánto</a:t>
            </a:r>
            <a:r>
              <a:rPr sz="2500" b="1" dirty="0">
                <a:solidFill>
                  <a:srgbClr val="191919"/>
                </a:solidFill>
                <a:latin typeface="Aptos"/>
              </a:rPr>
              <a:t> vale la casa?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800600"/>
            <a:ext cx="9052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6969"/>
                </a:solidFill>
                <a:latin typeface="Aptos"/>
              </a:rPr>
              <a:t>Las características de la casa se convierten en una predicción.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Aptos"/>
              </a:rPr>
              <a:t>Valor de una casa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908792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9CC6FFBB-D38D-3BA6-3B12-CCE38EA9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141" y="1476350"/>
            <a:ext cx="8741718" cy="4940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436" y="1047988"/>
            <a:ext cx="7698647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 dirty="0">
                <a:latin typeface="Eco Sans Bold"/>
              </a:rPr>
              <a:t>INGENIERÍA DE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696969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3312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m²</a:t>
            </a:r>
          </a:p>
        </p:txBody>
      </p:sp>
      <p:sp>
        <p:nvSpPr>
          <p:cNvPr id="6" name="Oval 5"/>
          <p:cNvSpPr/>
          <p:nvPr/>
        </p:nvSpPr>
        <p:spPr>
          <a:xfrm>
            <a:off x="342900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50791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# cuartos</a:t>
            </a:r>
          </a:p>
        </p:txBody>
      </p:sp>
      <p:sp>
        <p:nvSpPr>
          <p:cNvPr id="8" name="Oval 7"/>
          <p:cNvSpPr/>
          <p:nvPr/>
        </p:nvSpPr>
        <p:spPr>
          <a:xfrm>
            <a:off x="612648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# baños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45752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piscina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3995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dist. transporte</a:t>
            </a:r>
          </a:p>
        </p:txBody>
      </p:sp>
      <p:sp>
        <p:nvSpPr>
          <p:cNvPr id="14" name="Oval 13"/>
          <p:cNvSpPr/>
          <p:nvPr/>
        </p:nvSpPr>
        <p:spPr>
          <a:xfrm>
            <a:off x="3429000" y="4023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0791" y="3995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índice delictivo</a:t>
            </a:r>
          </a:p>
        </p:txBody>
      </p:sp>
      <p:sp>
        <p:nvSpPr>
          <p:cNvPr id="16" name="Oval 15"/>
          <p:cNvSpPr/>
          <p:nvPr/>
        </p:nvSpPr>
        <p:spPr>
          <a:xfrm>
            <a:off x="5957315" y="454152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3995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ruido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49240" y="4315968"/>
            <a:ext cx="10972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6281928" y="426110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29400" y="3904487"/>
            <a:ext cx="822960" cy="822960"/>
          </a:xfrm>
          <a:prstGeom prst="ellipse">
            <a:avLst/>
          </a:prstGeom>
          <a:solidFill>
            <a:srgbClr val="BEDAF4"/>
          </a:solidFill>
          <a:ln>
            <a:solidFill>
              <a:srgbClr val="BE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0" y="4315968"/>
            <a:ext cx="10972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522208" y="426110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0" y="3904487"/>
            <a:ext cx="822960" cy="822960"/>
          </a:xfrm>
          <a:prstGeom prst="ellipse">
            <a:avLst/>
          </a:prstGeom>
          <a:solidFill>
            <a:srgbClr val="C9E7BE"/>
          </a:solidFill>
          <a:ln>
            <a:solidFill>
              <a:srgbClr val="C9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23560"/>
            <a:ext cx="8503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6969"/>
                </a:solidFill>
                <a:latin typeface="Aptos"/>
              </a:rPr>
              <a:t>Transformar datos crudos en variables útiles para el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44D97C-0E4F-E180-4EEA-1EA9D165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757047"/>
            <a:ext cx="4619063" cy="30301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51B35D-63F0-E304-808F-4C6CAF37F9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44" r="47850"/>
          <a:stretch/>
        </p:blipFill>
        <p:spPr>
          <a:xfrm>
            <a:off x="440570" y="63314"/>
            <a:ext cx="1101359" cy="15888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98447A0-3FBB-E851-75C5-017623D23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50" r="24417"/>
          <a:stretch/>
        </p:blipFill>
        <p:spPr>
          <a:xfrm>
            <a:off x="1766450" y="112788"/>
            <a:ext cx="1101359" cy="15666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8ABD4B-408C-F01C-B0D0-3F97B08098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041"/>
          <a:stretch/>
        </p:blipFill>
        <p:spPr>
          <a:xfrm>
            <a:off x="3221469" y="99491"/>
            <a:ext cx="1040803" cy="15799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95DC5DD-5A1E-59D6-36F0-B21B9031EB00}"/>
              </a:ext>
            </a:extLst>
          </p:cNvPr>
          <p:cNvSpPr txBox="1"/>
          <p:nvPr/>
        </p:nvSpPr>
        <p:spPr>
          <a:xfrm>
            <a:off x="2061882" y="4990293"/>
            <a:ext cx="2599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latin typeface="Eco Sans Bold"/>
              </a:rPr>
              <a:t>Un pixel solo no define una característica </a:t>
            </a:r>
            <a:endParaRPr lang="en-US" sz="2000" dirty="0">
              <a:latin typeface="Eco Sans Bold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8027943" y="2450613"/>
            <a:ext cx="34097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rial"/>
              </a:defRPr>
            </a:pPr>
            <a:r>
              <a:rPr dirty="0" err="1"/>
              <a:t>Capa</a:t>
            </a:r>
            <a:r>
              <a:rPr dirty="0"/>
              <a:t> de entrada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7566218" y="3095244"/>
            <a:ext cx="4226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rial"/>
              </a:defRPr>
            </a:pPr>
            <a:r>
              <a:rPr dirty="0"/>
              <a:t>Un </a:t>
            </a:r>
            <a:r>
              <a:rPr dirty="0" err="1"/>
              <a:t>píxel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neurona</a:t>
            </a:r>
            <a:endParaRPr dirty="0"/>
          </a:p>
        </p:txBody>
      </p:sp>
      <p:sp>
        <p:nvSpPr>
          <p:cNvPr id="15" name="Oval 4"/>
          <p:cNvSpPr/>
          <p:nvPr/>
        </p:nvSpPr>
        <p:spPr>
          <a:xfrm>
            <a:off x="7142633" y="30175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5"/>
          <p:cNvCxnSpPr/>
          <p:nvPr/>
        </p:nvCxnSpPr>
        <p:spPr>
          <a:xfrm flipV="1">
            <a:off x="5085232" y="374904"/>
            <a:ext cx="2057401" cy="275234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6"/>
          <p:cNvSpPr/>
          <p:nvPr/>
        </p:nvSpPr>
        <p:spPr>
          <a:xfrm>
            <a:off x="7142633" y="52578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7"/>
          <p:cNvCxnSpPr/>
          <p:nvPr/>
        </p:nvCxnSpPr>
        <p:spPr>
          <a:xfrm flipV="1">
            <a:off x="5085232" y="598932"/>
            <a:ext cx="2057401" cy="252831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8"/>
          <p:cNvSpPr/>
          <p:nvPr/>
        </p:nvSpPr>
        <p:spPr>
          <a:xfrm>
            <a:off x="7142633" y="74980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9"/>
          <p:cNvCxnSpPr/>
          <p:nvPr/>
        </p:nvCxnSpPr>
        <p:spPr>
          <a:xfrm flipV="1">
            <a:off x="5085232" y="822960"/>
            <a:ext cx="2057401" cy="230428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10"/>
          <p:cNvSpPr/>
          <p:nvPr/>
        </p:nvSpPr>
        <p:spPr>
          <a:xfrm>
            <a:off x="7142633" y="97383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11"/>
          <p:cNvCxnSpPr/>
          <p:nvPr/>
        </p:nvCxnSpPr>
        <p:spPr>
          <a:xfrm flipV="1">
            <a:off x="5085232" y="1046988"/>
            <a:ext cx="2057401" cy="20802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12"/>
          <p:cNvSpPr/>
          <p:nvPr/>
        </p:nvSpPr>
        <p:spPr>
          <a:xfrm>
            <a:off x="7142633" y="119786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13"/>
          <p:cNvCxnSpPr/>
          <p:nvPr/>
        </p:nvCxnSpPr>
        <p:spPr>
          <a:xfrm flipV="1">
            <a:off x="5085232" y="1271016"/>
            <a:ext cx="2057401" cy="185623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14"/>
          <p:cNvSpPr/>
          <p:nvPr/>
        </p:nvSpPr>
        <p:spPr>
          <a:xfrm>
            <a:off x="7142633" y="142189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15"/>
          <p:cNvCxnSpPr/>
          <p:nvPr/>
        </p:nvCxnSpPr>
        <p:spPr>
          <a:xfrm flipV="1">
            <a:off x="5085232" y="1495044"/>
            <a:ext cx="2057401" cy="163220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16"/>
          <p:cNvSpPr/>
          <p:nvPr/>
        </p:nvSpPr>
        <p:spPr>
          <a:xfrm>
            <a:off x="7142633" y="164592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17"/>
          <p:cNvCxnSpPr/>
          <p:nvPr/>
        </p:nvCxnSpPr>
        <p:spPr>
          <a:xfrm flipV="1">
            <a:off x="5085232" y="1719072"/>
            <a:ext cx="2057401" cy="140817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18"/>
          <p:cNvSpPr/>
          <p:nvPr/>
        </p:nvSpPr>
        <p:spPr>
          <a:xfrm>
            <a:off x="7142633" y="1869947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19"/>
          <p:cNvCxnSpPr/>
          <p:nvPr/>
        </p:nvCxnSpPr>
        <p:spPr>
          <a:xfrm flipV="1">
            <a:off x="5085232" y="1943100"/>
            <a:ext cx="2057401" cy="118414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20"/>
          <p:cNvSpPr/>
          <p:nvPr/>
        </p:nvSpPr>
        <p:spPr>
          <a:xfrm>
            <a:off x="7142633" y="209397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21"/>
          <p:cNvCxnSpPr/>
          <p:nvPr/>
        </p:nvCxnSpPr>
        <p:spPr>
          <a:xfrm flipV="1">
            <a:off x="5085232" y="2167128"/>
            <a:ext cx="2057401" cy="96012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22"/>
          <p:cNvSpPr/>
          <p:nvPr/>
        </p:nvSpPr>
        <p:spPr>
          <a:xfrm>
            <a:off x="7142633" y="231800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23"/>
          <p:cNvCxnSpPr/>
          <p:nvPr/>
        </p:nvCxnSpPr>
        <p:spPr>
          <a:xfrm flipV="1">
            <a:off x="5085232" y="2391156"/>
            <a:ext cx="2057401" cy="73609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24"/>
          <p:cNvSpPr/>
          <p:nvPr/>
        </p:nvSpPr>
        <p:spPr>
          <a:xfrm>
            <a:off x="7142633" y="254203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25"/>
          <p:cNvCxnSpPr/>
          <p:nvPr/>
        </p:nvCxnSpPr>
        <p:spPr>
          <a:xfrm flipV="1">
            <a:off x="5085232" y="2615184"/>
            <a:ext cx="2057401" cy="51206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26"/>
          <p:cNvSpPr/>
          <p:nvPr/>
        </p:nvSpPr>
        <p:spPr>
          <a:xfrm>
            <a:off x="7142633" y="276606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27"/>
          <p:cNvCxnSpPr/>
          <p:nvPr/>
        </p:nvCxnSpPr>
        <p:spPr>
          <a:xfrm flipV="1">
            <a:off x="5085232" y="2839212"/>
            <a:ext cx="2057401" cy="28803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28"/>
          <p:cNvSpPr/>
          <p:nvPr/>
        </p:nvSpPr>
        <p:spPr>
          <a:xfrm>
            <a:off x="7142633" y="299008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29"/>
          <p:cNvCxnSpPr/>
          <p:nvPr/>
        </p:nvCxnSpPr>
        <p:spPr>
          <a:xfrm flipV="1">
            <a:off x="5085232" y="3063240"/>
            <a:ext cx="2057401" cy="6400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30"/>
          <p:cNvSpPr/>
          <p:nvPr/>
        </p:nvSpPr>
        <p:spPr>
          <a:xfrm>
            <a:off x="7142633" y="321411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31"/>
          <p:cNvCxnSpPr/>
          <p:nvPr/>
        </p:nvCxnSpPr>
        <p:spPr>
          <a:xfrm>
            <a:off x="5085232" y="3127248"/>
            <a:ext cx="2057401" cy="16002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32"/>
          <p:cNvSpPr/>
          <p:nvPr/>
        </p:nvSpPr>
        <p:spPr>
          <a:xfrm>
            <a:off x="7142633" y="3438143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33"/>
          <p:cNvCxnSpPr/>
          <p:nvPr/>
        </p:nvCxnSpPr>
        <p:spPr>
          <a:xfrm>
            <a:off x="5085232" y="3127248"/>
            <a:ext cx="2057401" cy="38404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34"/>
          <p:cNvSpPr/>
          <p:nvPr/>
        </p:nvSpPr>
        <p:spPr>
          <a:xfrm>
            <a:off x="7142633" y="366217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35"/>
          <p:cNvCxnSpPr/>
          <p:nvPr/>
        </p:nvCxnSpPr>
        <p:spPr>
          <a:xfrm>
            <a:off x="5085232" y="3127248"/>
            <a:ext cx="2057401" cy="60807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36"/>
          <p:cNvSpPr/>
          <p:nvPr/>
        </p:nvSpPr>
        <p:spPr>
          <a:xfrm>
            <a:off x="7142633" y="388620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37"/>
          <p:cNvCxnSpPr/>
          <p:nvPr/>
        </p:nvCxnSpPr>
        <p:spPr>
          <a:xfrm>
            <a:off x="5085232" y="3127248"/>
            <a:ext cx="2057401" cy="83210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38"/>
          <p:cNvSpPr/>
          <p:nvPr/>
        </p:nvSpPr>
        <p:spPr>
          <a:xfrm>
            <a:off x="7142633" y="411022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39"/>
          <p:cNvCxnSpPr/>
          <p:nvPr/>
        </p:nvCxnSpPr>
        <p:spPr>
          <a:xfrm>
            <a:off x="5085232" y="3127248"/>
            <a:ext cx="2057401" cy="105613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40"/>
          <p:cNvSpPr/>
          <p:nvPr/>
        </p:nvSpPr>
        <p:spPr>
          <a:xfrm>
            <a:off x="7142633" y="433425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41"/>
          <p:cNvCxnSpPr/>
          <p:nvPr/>
        </p:nvCxnSpPr>
        <p:spPr>
          <a:xfrm>
            <a:off x="5085232" y="3127248"/>
            <a:ext cx="2057401" cy="12801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42"/>
          <p:cNvSpPr/>
          <p:nvPr/>
        </p:nvSpPr>
        <p:spPr>
          <a:xfrm>
            <a:off x="7142633" y="455828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43"/>
          <p:cNvCxnSpPr/>
          <p:nvPr/>
        </p:nvCxnSpPr>
        <p:spPr>
          <a:xfrm>
            <a:off x="5085232" y="3127248"/>
            <a:ext cx="2057401" cy="150418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44"/>
          <p:cNvSpPr/>
          <p:nvPr/>
        </p:nvSpPr>
        <p:spPr>
          <a:xfrm>
            <a:off x="7142633" y="478231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45"/>
          <p:cNvCxnSpPr/>
          <p:nvPr/>
        </p:nvCxnSpPr>
        <p:spPr>
          <a:xfrm>
            <a:off x="5085232" y="3127248"/>
            <a:ext cx="2057401" cy="172821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46"/>
          <p:cNvSpPr/>
          <p:nvPr/>
        </p:nvSpPr>
        <p:spPr>
          <a:xfrm>
            <a:off x="7142633" y="500634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47"/>
          <p:cNvCxnSpPr/>
          <p:nvPr/>
        </p:nvCxnSpPr>
        <p:spPr>
          <a:xfrm>
            <a:off x="5085232" y="3127248"/>
            <a:ext cx="2057401" cy="195224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48"/>
          <p:cNvSpPr/>
          <p:nvPr/>
        </p:nvSpPr>
        <p:spPr>
          <a:xfrm>
            <a:off x="7142633" y="523036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49"/>
          <p:cNvCxnSpPr/>
          <p:nvPr/>
        </p:nvCxnSpPr>
        <p:spPr>
          <a:xfrm>
            <a:off x="5085232" y="3127248"/>
            <a:ext cx="2057401" cy="217627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50"/>
          <p:cNvSpPr/>
          <p:nvPr/>
        </p:nvSpPr>
        <p:spPr>
          <a:xfrm>
            <a:off x="7142633" y="545439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51"/>
          <p:cNvCxnSpPr/>
          <p:nvPr/>
        </p:nvCxnSpPr>
        <p:spPr>
          <a:xfrm>
            <a:off x="5085232" y="3127248"/>
            <a:ext cx="2057401" cy="240030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52"/>
          <p:cNvSpPr/>
          <p:nvPr/>
        </p:nvSpPr>
        <p:spPr>
          <a:xfrm>
            <a:off x="7142633" y="567842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53"/>
          <p:cNvCxnSpPr/>
          <p:nvPr/>
        </p:nvCxnSpPr>
        <p:spPr>
          <a:xfrm>
            <a:off x="5085232" y="3127248"/>
            <a:ext cx="2057401" cy="262432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54"/>
          <p:cNvSpPr/>
          <p:nvPr/>
        </p:nvSpPr>
        <p:spPr>
          <a:xfrm>
            <a:off x="7142633" y="590245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55"/>
          <p:cNvCxnSpPr/>
          <p:nvPr/>
        </p:nvCxnSpPr>
        <p:spPr>
          <a:xfrm>
            <a:off x="5085232" y="3127248"/>
            <a:ext cx="2057401" cy="284835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56"/>
          <p:cNvSpPr/>
          <p:nvPr/>
        </p:nvSpPr>
        <p:spPr>
          <a:xfrm>
            <a:off x="7142633" y="612648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57"/>
          <p:cNvCxnSpPr/>
          <p:nvPr/>
        </p:nvCxnSpPr>
        <p:spPr>
          <a:xfrm>
            <a:off x="5085232" y="3127248"/>
            <a:ext cx="2057401" cy="307238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58"/>
          <p:cNvSpPr/>
          <p:nvPr/>
        </p:nvSpPr>
        <p:spPr>
          <a:xfrm>
            <a:off x="7142633" y="635050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59"/>
          <p:cNvCxnSpPr/>
          <p:nvPr/>
        </p:nvCxnSpPr>
        <p:spPr>
          <a:xfrm>
            <a:off x="5085232" y="3127248"/>
            <a:ext cx="2057401" cy="329641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658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12EB6B1D-26E8-0F5B-CDE9-1B6CB0CECD42}"/>
              </a:ext>
            </a:extLst>
          </p:cNvPr>
          <p:cNvGrpSpPr/>
          <p:nvPr/>
        </p:nvGrpSpPr>
        <p:grpSpPr>
          <a:xfrm>
            <a:off x="138909" y="701948"/>
            <a:ext cx="4949163" cy="1126472"/>
            <a:chOff x="146873" y="234596"/>
            <a:chExt cx="4949163" cy="112647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2BDE379-9724-8DB3-EF03-14FC8B9A9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873" y="234596"/>
              <a:ext cx="1107161" cy="1126472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103F8C0-3EBB-9261-E765-91A78A78C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387" y="234596"/>
              <a:ext cx="1115682" cy="1126472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E191624-C094-F2DF-8CFF-4A7939E02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6512" y="234596"/>
              <a:ext cx="1094651" cy="1126472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E25E73CA-0BEF-BA7C-89E4-D8D5FCDE5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6730" y="234597"/>
              <a:ext cx="1109306" cy="1126471"/>
            </a:xfrm>
            <a:prstGeom prst="rect">
              <a:avLst/>
            </a:prstGeom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A869842-6A06-5DFE-3DBD-2CFDC2B8AC8F}"/>
                </a:ext>
              </a:extLst>
            </p:cNvPr>
            <p:cNvSpPr/>
            <p:nvPr/>
          </p:nvSpPr>
          <p:spPr>
            <a:xfrm>
              <a:off x="496389" y="924195"/>
              <a:ext cx="144742" cy="101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D6D5E948-F0DD-7917-FC5D-563E88AA1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719" y="128342"/>
            <a:ext cx="914385" cy="123272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4EF6F29-86EB-8444-3D44-E3220A897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038" y="1502302"/>
            <a:ext cx="914385" cy="123272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EBFF181-6E09-4005-8B09-3697DF61C2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389" y="503589"/>
            <a:ext cx="1395288" cy="152319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0DD14B5-ADE7-61C2-1DA5-F173061A645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3494" b="14070"/>
          <a:stretch/>
        </p:blipFill>
        <p:spPr>
          <a:xfrm>
            <a:off x="7649677" y="1879036"/>
            <a:ext cx="4416357" cy="1066347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CD29B20D-0E29-3BA0-7D41-4DDB3B654F09}"/>
              </a:ext>
            </a:extLst>
          </p:cNvPr>
          <p:cNvSpPr txBox="1"/>
          <p:nvPr/>
        </p:nvSpPr>
        <p:spPr>
          <a:xfrm>
            <a:off x="8608326" y="749234"/>
            <a:ext cx="3444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Eco Sans Bold"/>
              </a:rPr>
              <a:t>CARACTERÍSTICAS</a:t>
            </a:r>
            <a:endParaRPr lang="en-US" sz="32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277B882D-B775-B45B-00B1-2E9E48708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8363" y="3147233"/>
            <a:ext cx="792853" cy="126473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2DE8F0E-9D1E-E681-E3BF-5BAF581B8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0" y="3147233"/>
            <a:ext cx="1115684" cy="1126473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4272FA08-A891-EECA-2327-9B13B5A1E02A}"/>
              </a:ext>
            </a:extLst>
          </p:cNvPr>
          <p:cNvSpPr txBox="1"/>
          <p:nvPr/>
        </p:nvSpPr>
        <p:spPr>
          <a:xfrm>
            <a:off x="4063645" y="3241782"/>
            <a:ext cx="208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>
                <a:latin typeface="Eco Sans Bold"/>
              </a:rPr>
              <a:t>Numero de Círculos</a:t>
            </a:r>
            <a:endParaRPr lang="en-US" sz="3200" b="1" dirty="0">
              <a:latin typeface="Eco Sans Bold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220A1B3-27E5-7418-1614-51ACD2BE3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407" y="3179239"/>
            <a:ext cx="914385" cy="123272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3B7E6DEF-E205-52C4-0839-8868301273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9677" y="3152165"/>
            <a:ext cx="792853" cy="12598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69B21DC8-82FF-D45F-E0EA-443AA76A1A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2707" y="4956993"/>
            <a:ext cx="3153274" cy="127666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B9707919-EDD5-8C57-8325-34B7D0270C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3137" y="4797116"/>
            <a:ext cx="3476523" cy="1386408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C404CA72-8584-6E1D-171E-2F49639C4F48}"/>
              </a:ext>
            </a:extLst>
          </p:cNvPr>
          <p:cNvGrpSpPr/>
          <p:nvPr/>
        </p:nvGrpSpPr>
        <p:grpSpPr>
          <a:xfrm>
            <a:off x="8543884" y="3490411"/>
            <a:ext cx="3208345" cy="637321"/>
            <a:chOff x="8991974" y="3782279"/>
            <a:chExt cx="3208345" cy="637321"/>
          </a:xfrm>
        </p:grpSpPr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A5E16161-3E1B-FAF4-D4F9-56C5D56355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r="4047" b="52204"/>
            <a:stretch/>
          </p:blipFill>
          <p:spPr>
            <a:xfrm>
              <a:off x="8991974" y="3782279"/>
              <a:ext cx="3208345" cy="637321"/>
            </a:xfrm>
            <a:prstGeom prst="rect">
              <a:avLst/>
            </a:prstGeom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EE1F8D9-5B3D-0D05-3BEE-370545726F2E}"/>
                </a:ext>
              </a:extLst>
            </p:cNvPr>
            <p:cNvSpPr txBox="1"/>
            <p:nvPr/>
          </p:nvSpPr>
          <p:spPr>
            <a:xfrm>
              <a:off x="11565299" y="3931440"/>
              <a:ext cx="626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latin typeface="Eco Sans Bold"/>
                </a:rPr>
                <a:t>2 / 1</a:t>
              </a:r>
              <a:endParaRPr lang="en-US" b="1" dirty="0">
                <a:latin typeface="Eco Sans Bold"/>
              </a:endParaRPr>
            </a:p>
          </p:txBody>
        </p:sp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DCF33EF-F279-7B9A-7074-CE984060DD1B}"/>
              </a:ext>
            </a:extLst>
          </p:cNvPr>
          <p:cNvSpPr txBox="1"/>
          <p:nvPr/>
        </p:nvSpPr>
        <p:spPr>
          <a:xfrm>
            <a:off x="9676900" y="5595327"/>
            <a:ext cx="6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0 / 1</a:t>
            </a:r>
            <a:endParaRPr lang="en-US" b="1" dirty="0">
              <a:latin typeface="Eco Sans Bold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9185103-3F19-A03F-6727-D0F5B9D3105F}"/>
              </a:ext>
            </a:extLst>
          </p:cNvPr>
          <p:cNvSpPr txBox="1"/>
          <p:nvPr/>
        </p:nvSpPr>
        <p:spPr>
          <a:xfrm>
            <a:off x="9689319" y="4990196"/>
            <a:ext cx="6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2 / 1</a:t>
            </a:r>
            <a:endParaRPr lang="en-US" b="1" dirty="0">
              <a:latin typeface="Eco Sans Bold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0614F0E-D917-F0FF-2148-520EFAA49AAF}"/>
              </a:ext>
            </a:extLst>
          </p:cNvPr>
          <p:cNvSpPr txBox="1"/>
          <p:nvPr/>
        </p:nvSpPr>
        <p:spPr>
          <a:xfrm>
            <a:off x="4852033" y="6126332"/>
            <a:ext cx="1596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Eco Sans Bold"/>
              </a:rPr>
              <a:t>Circulo y línea a la derecha</a:t>
            </a:r>
            <a:endParaRPr lang="en-US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64072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5F70818-E1AC-EB15-A96C-87652D3A55E0}"/>
              </a:ext>
            </a:extLst>
          </p:cNvPr>
          <p:cNvSpPr/>
          <p:nvPr/>
        </p:nvSpPr>
        <p:spPr>
          <a:xfrm>
            <a:off x="402165" y="1958421"/>
            <a:ext cx="2150533" cy="59266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co Sans Bold"/>
              </a:rPr>
              <a:t>RECIBE LOS PIXELES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ABC35B8-161E-2BC7-460F-033BB2223478}"/>
              </a:ext>
            </a:extLst>
          </p:cNvPr>
          <p:cNvSpPr/>
          <p:nvPr/>
        </p:nvSpPr>
        <p:spPr>
          <a:xfrm>
            <a:off x="402166" y="5175755"/>
            <a:ext cx="2150533" cy="592667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co Sans Bold"/>
              </a:rPr>
              <a:t>CLASIFICA CON CAPAS REGULARES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06B8A38-A52F-8F63-F77B-70836BD13A98}"/>
              </a:ext>
            </a:extLst>
          </p:cNvPr>
          <p:cNvSpPr/>
          <p:nvPr/>
        </p:nvSpPr>
        <p:spPr>
          <a:xfrm>
            <a:off x="402167" y="3562856"/>
            <a:ext cx="2150533" cy="59266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6464"/>
                </a:solidFill>
                <a:latin typeface="Eco Sans Bold"/>
              </a:rPr>
              <a:t>EXTRAE CARACTERÍSTICAS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2DF7766-5D4E-4951-95D4-FBAA111411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44" r="47850"/>
          <a:stretch/>
        </p:blipFill>
        <p:spPr>
          <a:xfrm>
            <a:off x="5313137" y="1440345"/>
            <a:ext cx="1101359" cy="15888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DA97BC8-57B0-8757-0BB5-BB0683AC79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50" r="24417"/>
          <a:stretch/>
        </p:blipFill>
        <p:spPr>
          <a:xfrm>
            <a:off x="6639017" y="1489819"/>
            <a:ext cx="1101359" cy="15666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C4C9EEA-4EB1-E433-8246-028BCF553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041"/>
          <a:stretch/>
        </p:blipFill>
        <p:spPr>
          <a:xfrm>
            <a:off x="8094036" y="1476522"/>
            <a:ext cx="1040803" cy="1579944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A124EE6E-2F72-CF19-E00D-793EFAB38BE9}"/>
              </a:ext>
            </a:extLst>
          </p:cNvPr>
          <p:cNvGrpSpPr/>
          <p:nvPr/>
        </p:nvGrpSpPr>
        <p:grpSpPr>
          <a:xfrm>
            <a:off x="3233715" y="5045370"/>
            <a:ext cx="2752353" cy="1081473"/>
            <a:chOff x="3978667" y="4092870"/>
            <a:chExt cx="2752353" cy="1081473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C45878C8-3F66-B8D5-3A6C-607020F29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8667" y="4092870"/>
              <a:ext cx="2711876" cy="108147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15FBDFC-4C8A-1F7E-E3EE-B10A8932A168}"/>
                </a:ext>
              </a:extLst>
            </p:cNvPr>
            <p:cNvSpPr txBox="1"/>
            <p:nvPr/>
          </p:nvSpPr>
          <p:spPr>
            <a:xfrm>
              <a:off x="6087668" y="4698001"/>
              <a:ext cx="626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latin typeface="Eco Sans Bold"/>
                </a:rPr>
                <a:t> 1</a:t>
              </a:r>
              <a:endParaRPr lang="en-US" b="1" dirty="0">
                <a:latin typeface="Eco Sans Bold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67DEE32-B527-0113-8759-FA3653B70E19}"/>
                </a:ext>
              </a:extLst>
            </p:cNvPr>
            <p:cNvSpPr txBox="1"/>
            <p:nvPr/>
          </p:nvSpPr>
          <p:spPr>
            <a:xfrm>
              <a:off x="6104319" y="4147905"/>
              <a:ext cx="626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latin typeface="Eco Sans Bold"/>
                </a:rPr>
                <a:t> 1</a:t>
              </a:r>
              <a:endParaRPr lang="en-US" b="1" dirty="0">
                <a:latin typeface="Eco Sans Bold"/>
              </a:endParaRP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AFFBCA98-E688-782F-7CF4-0778EC8CD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698" y="5106978"/>
            <a:ext cx="2711876" cy="108147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277F2BA-9594-F519-9339-2533464E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055" y="5109764"/>
            <a:ext cx="2711876" cy="108147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7A07478-74B6-3E56-1AB6-1B2B40C29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374" y="3594979"/>
            <a:ext cx="612662" cy="97348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A5C2261-F128-827B-6B0F-9CC5A3DDED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867" t="13494" r="50194" b="14070"/>
          <a:stretch/>
        </p:blipFill>
        <p:spPr>
          <a:xfrm>
            <a:off x="4038973" y="3562856"/>
            <a:ext cx="1101359" cy="106634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A89EC5B-5FE2-623A-96BE-5C72936C3F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1382"/>
          <a:stretch/>
        </p:blipFill>
        <p:spPr>
          <a:xfrm>
            <a:off x="10332179" y="3775110"/>
            <a:ext cx="723394" cy="1023427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2A19A91C-B33F-D1C9-D5B6-2932BAF0543F}"/>
              </a:ext>
            </a:extLst>
          </p:cNvPr>
          <p:cNvSpPr/>
          <p:nvPr/>
        </p:nvSpPr>
        <p:spPr>
          <a:xfrm>
            <a:off x="10332179" y="3775110"/>
            <a:ext cx="723394" cy="10234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D323EF8-E097-218F-0D4B-76A8401CB491}"/>
              </a:ext>
            </a:extLst>
          </p:cNvPr>
          <p:cNvSpPr txBox="1"/>
          <p:nvPr/>
        </p:nvSpPr>
        <p:spPr>
          <a:xfrm>
            <a:off x="8483395" y="5175755"/>
            <a:ext cx="57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Eco Sans Bold"/>
              </a:rPr>
              <a:t>2</a:t>
            </a:r>
            <a:endParaRPr lang="en-US" sz="2000" b="1" dirty="0">
              <a:latin typeface="Eco Sans Bold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EABDE4B-7EA9-1736-0426-7F4E3D67F3D8}"/>
              </a:ext>
            </a:extLst>
          </p:cNvPr>
          <p:cNvSpPr txBox="1"/>
          <p:nvPr/>
        </p:nvSpPr>
        <p:spPr>
          <a:xfrm>
            <a:off x="8483395" y="5682103"/>
            <a:ext cx="36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Eco Sans Bold"/>
              </a:rPr>
              <a:t>0</a:t>
            </a:r>
            <a:endParaRPr lang="en-US" sz="2000" b="1" dirty="0">
              <a:latin typeface="Eco Sans Bold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FCDCE66-2667-E5A1-5096-C539C1EFD22A}"/>
              </a:ext>
            </a:extLst>
          </p:cNvPr>
          <p:cNvSpPr txBox="1"/>
          <p:nvPr/>
        </p:nvSpPr>
        <p:spPr>
          <a:xfrm>
            <a:off x="11431185" y="5682103"/>
            <a:ext cx="36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Eco Sans Bold"/>
              </a:rPr>
              <a:t>0</a:t>
            </a:r>
            <a:endParaRPr lang="en-US" sz="2000" b="1" dirty="0">
              <a:latin typeface="Eco Sans Bold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11F46F7-B7C5-5F62-A425-02424301FDD4}"/>
              </a:ext>
            </a:extLst>
          </p:cNvPr>
          <p:cNvSpPr txBox="1"/>
          <p:nvPr/>
        </p:nvSpPr>
        <p:spPr>
          <a:xfrm>
            <a:off x="11349230" y="5191144"/>
            <a:ext cx="6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 1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85956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301" y="-1189"/>
            <a:ext cx="1796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sz="2400" b="1" dirty="0">
                <a:solidFill>
                  <a:srgbClr val="141414"/>
                </a:solidFill>
                <a:latin typeface="Arial"/>
              </a:rPr>
              <a:t> de entrada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4615" y="9727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41414"/>
                </a:solidFill>
                <a:latin typeface="Arial"/>
              </a:rPr>
              <a:t>Oculta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96392" y="98373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41414"/>
                </a:solidFill>
                <a:latin typeface="Arial"/>
              </a:rPr>
              <a:t>Oculta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91811" y="76529"/>
            <a:ext cx="14630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sz="24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400" b="1" dirty="0" err="1">
                <a:solidFill>
                  <a:srgbClr val="141414"/>
                </a:solidFill>
                <a:latin typeface="Arial"/>
              </a:rPr>
              <a:t>salida</a:t>
            </a:r>
            <a:endParaRPr sz="24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3400699" y="87956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400699" y="10197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00699" y="12209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00699" y="142210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0699" y="162327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00699" y="182444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0699" y="202560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00699" y="222677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00699" y="242794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0699" y="262911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00699" y="283028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00699" y="303144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0699" y="323261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00699" y="343378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00699" y="363495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0699" y="383612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0699" y="403728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00699" y="423845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00699" y="443962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400699" y="464079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00699" y="484196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400699" y="504312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400699" y="524429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400699" y="544546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00699" y="564663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00699" y="584780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400699" y="60489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400699" y="62501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12379" y="145868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12379" y="175128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12379" y="204389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12379" y="233650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12379" y="262911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412379" y="292172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412379" y="321432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412379" y="35069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412379" y="379954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12379" y="409215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412379" y="438476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412379" y="46773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412379" y="496997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412379" y="526258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241179" y="145868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241179" y="175128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241179" y="204389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241179" y="233650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241179" y="262911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241179" y="292172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241179" y="321432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241179" y="35069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241179" y="379954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241179" y="409215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241179" y="438476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241179" y="46773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241179" y="496997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241179" y="526258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33019" y="955761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533019" y="1440393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533019" y="1925025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533019" y="2409657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533019" y="2894289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533019" y="3378921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533019" y="3863553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533019" y="4348184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533019" y="4832817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533019" y="5317449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" name="Connector 71"/>
          <p:cNvCxnSpPr/>
          <p:nvPr/>
        </p:nvCxnSpPr>
        <p:spPr>
          <a:xfrm>
            <a:off x="3519571" y="878037"/>
            <a:ext cx="1892808" cy="6400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519571" y="878037"/>
            <a:ext cx="1892808" cy="15179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519571" y="878037"/>
            <a:ext cx="1892808" cy="239572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19571" y="878037"/>
            <a:ext cx="1892808" cy="32735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19571" y="878037"/>
            <a:ext cx="1892808" cy="41513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519571" y="1518117"/>
            <a:ext cx="1892808" cy="164591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519571" y="1682708"/>
            <a:ext cx="1892808" cy="71323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519571" y="1682708"/>
            <a:ext cx="1892808" cy="1591057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519571" y="1682708"/>
            <a:ext cx="1892808" cy="2468881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519571" y="1682708"/>
            <a:ext cx="1892808" cy="334670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519571" y="1518117"/>
            <a:ext cx="1892808" cy="96926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519571" y="2395941"/>
            <a:ext cx="1892808" cy="91439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519571" y="2487380"/>
            <a:ext cx="1892808" cy="78638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519571" y="2487380"/>
            <a:ext cx="1892808" cy="1664209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519571" y="2487380"/>
            <a:ext cx="1892808" cy="254203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519571" y="1518117"/>
            <a:ext cx="1892808" cy="17739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519571" y="2395941"/>
            <a:ext cx="1892808" cy="8961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519571" y="3273765"/>
            <a:ext cx="1892808" cy="1828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519571" y="3292053"/>
            <a:ext cx="1892808" cy="8595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519571" y="3292053"/>
            <a:ext cx="1892808" cy="173736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519571" y="1518117"/>
            <a:ext cx="1892808" cy="25786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519571" y="2395941"/>
            <a:ext cx="1892808" cy="17007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519571" y="3273765"/>
            <a:ext cx="1892808" cy="82296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519571" y="4096725"/>
            <a:ext cx="1892808" cy="5486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519571" y="4096725"/>
            <a:ext cx="1892808" cy="93268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519571" y="1518117"/>
            <a:ext cx="1892808" cy="33832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519571" y="2395941"/>
            <a:ext cx="1892808" cy="25054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519571" y="3273765"/>
            <a:ext cx="1892808" cy="16276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519571" y="4151589"/>
            <a:ext cx="1892808" cy="7498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519571" y="4901397"/>
            <a:ext cx="1892808" cy="1280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519571" y="1518117"/>
            <a:ext cx="1892808" cy="41879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519571" y="2395941"/>
            <a:ext cx="1892808" cy="331012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519571" y="3273765"/>
            <a:ext cx="1892808" cy="24323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9571" y="4151589"/>
            <a:ext cx="1892808" cy="15544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19571" y="5029413"/>
            <a:ext cx="1892808" cy="6766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31251" y="1518117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31251" y="1518117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531251" y="1518117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531251" y="1518117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531251" y="1518117"/>
            <a:ext cx="1709928" cy="351129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531251" y="1518117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531251" y="2395941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531251" y="2395941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531251" y="2395941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531251" y="2395941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5531251" y="1518117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531251" y="2395941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531251" y="3273765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531251" y="3273765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531251" y="3273765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531251" y="1518117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531251" y="2395941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531251" y="3273765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531251" y="4151589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531251" y="4151589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531251" y="1518117"/>
            <a:ext cx="1709928" cy="351129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531251" y="2395941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531251" y="3273765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5531251" y="4151589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531251" y="5029413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7360051" y="1102064"/>
            <a:ext cx="3172968" cy="41605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60051" y="1518117"/>
            <a:ext cx="3172968" cy="5532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60051" y="1518117"/>
            <a:ext cx="3172968" cy="15224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360051" y="1518117"/>
            <a:ext cx="3172968" cy="24917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360051" y="1518117"/>
            <a:ext cx="3172968" cy="3461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7360051" y="1102064"/>
            <a:ext cx="3172968" cy="1293877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360051" y="2071329"/>
            <a:ext cx="3172968" cy="3246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60051" y="2395941"/>
            <a:ext cx="3172968" cy="6446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360051" y="2395941"/>
            <a:ext cx="3172968" cy="16139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360051" y="2395941"/>
            <a:ext cx="3172968" cy="2583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360051" y="1102064"/>
            <a:ext cx="3172968" cy="2171701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7360051" y="2071329"/>
            <a:ext cx="3172968" cy="12024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7360051" y="3040593"/>
            <a:ext cx="3172968" cy="2331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360051" y="3273765"/>
            <a:ext cx="3172968" cy="73609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360051" y="3273765"/>
            <a:ext cx="3172968" cy="17053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360051" y="1102064"/>
            <a:ext cx="3172968" cy="304952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360051" y="2071329"/>
            <a:ext cx="3172968" cy="208026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7360051" y="3040593"/>
            <a:ext cx="3172968" cy="111099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7360051" y="4009857"/>
            <a:ext cx="3172968" cy="1417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360051" y="4151589"/>
            <a:ext cx="3172968" cy="8275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7360051" y="1102064"/>
            <a:ext cx="3172968" cy="3927349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360051" y="2071329"/>
            <a:ext cx="3172968" cy="29580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7360051" y="3040593"/>
            <a:ext cx="3172968" cy="198882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360051" y="4009857"/>
            <a:ext cx="3172968" cy="10195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7360051" y="4979121"/>
            <a:ext cx="3172968" cy="5029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3002935" y="6407112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Arial"/>
              </a:rPr>
              <a:t>784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944499" y="864321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44499" y="1348953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944499" y="1833585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944499" y="231821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44499" y="280284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44499" y="3287481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944499" y="3772113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44499" y="4256745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44499" y="474137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44499" y="522600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516600" y="3199113"/>
            <a:ext cx="121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141414"/>
                </a:solidFill>
                <a:latin typeface="Arial"/>
              </a:rPr>
              <a:t>Entrada: </a:t>
            </a:r>
            <a:endParaRPr lang="es-CO" sz="1600" b="0" dirty="0">
              <a:solidFill>
                <a:srgbClr val="141414"/>
              </a:solidFill>
              <a:latin typeface="Arial"/>
            </a:endParaRPr>
          </a:p>
          <a:p>
            <a:pPr algn="ctr"/>
            <a:r>
              <a:rPr sz="1600" b="0" dirty="0">
                <a:solidFill>
                  <a:srgbClr val="141414"/>
                </a:solidFill>
                <a:latin typeface="Arial"/>
              </a:rPr>
              <a:t>28 × 28 </a:t>
            </a:r>
            <a:r>
              <a:rPr sz="1600" b="0" dirty="0" err="1">
                <a:solidFill>
                  <a:srgbClr val="141414"/>
                </a:solidFill>
                <a:latin typeface="Arial"/>
              </a:rPr>
              <a:t>píxeles</a:t>
            </a:r>
            <a:endParaRPr sz="1600" b="0" dirty="0">
              <a:solidFill>
                <a:srgbClr val="141414"/>
              </a:solidFill>
              <a:latin typeface="Arial"/>
            </a:endParaRPr>
          </a:p>
        </p:txBody>
      </p:sp>
      <p:pic>
        <p:nvPicPr>
          <p:cNvPr id="170" name="Imagen 169">
            <a:extLst>
              <a:ext uri="{FF2B5EF4-FFF2-40B4-BE49-F238E27FC236}">
                <a16:creationId xmlns:a16="http://schemas.microsoft.com/office/drawing/2014/main" id="{5CBB1A2D-66E4-F2D5-0936-6C274B4365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67" r="27518"/>
          <a:stretch/>
        </p:blipFill>
        <p:spPr>
          <a:xfrm>
            <a:off x="774510" y="829810"/>
            <a:ext cx="695676" cy="5610286"/>
          </a:xfrm>
          <a:prstGeom prst="rect">
            <a:avLst/>
          </a:prstGeom>
        </p:spPr>
      </p:pic>
      <p:sp>
        <p:nvSpPr>
          <p:cNvPr id="172" name="Oval 3"/>
          <p:cNvSpPr/>
          <p:nvPr/>
        </p:nvSpPr>
        <p:spPr>
          <a:xfrm>
            <a:off x="3406626" y="80988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4"/>
          <p:cNvSpPr/>
          <p:nvPr/>
        </p:nvSpPr>
        <p:spPr>
          <a:xfrm>
            <a:off x="3406626" y="101105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5"/>
          <p:cNvSpPr/>
          <p:nvPr/>
        </p:nvSpPr>
        <p:spPr>
          <a:xfrm>
            <a:off x="3406626" y="121221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6"/>
          <p:cNvSpPr/>
          <p:nvPr/>
        </p:nvSpPr>
        <p:spPr>
          <a:xfrm>
            <a:off x="3406626" y="141338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7"/>
          <p:cNvSpPr/>
          <p:nvPr/>
        </p:nvSpPr>
        <p:spPr>
          <a:xfrm>
            <a:off x="3406626" y="161455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8"/>
          <p:cNvSpPr/>
          <p:nvPr/>
        </p:nvSpPr>
        <p:spPr>
          <a:xfrm>
            <a:off x="3406626" y="181572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9"/>
          <p:cNvSpPr/>
          <p:nvPr/>
        </p:nvSpPr>
        <p:spPr>
          <a:xfrm>
            <a:off x="3406626" y="201689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0"/>
          <p:cNvSpPr/>
          <p:nvPr/>
        </p:nvSpPr>
        <p:spPr>
          <a:xfrm>
            <a:off x="3406626" y="221805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1"/>
          <p:cNvSpPr/>
          <p:nvPr/>
        </p:nvSpPr>
        <p:spPr>
          <a:xfrm>
            <a:off x="3406626" y="241922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2"/>
          <p:cNvSpPr/>
          <p:nvPr/>
        </p:nvSpPr>
        <p:spPr>
          <a:xfrm>
            <a:off x="3406626" y="262039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3"/>
          <p:cNvSpPr/>
          <p:nvPr/>
        </p:nvSpPr>
        <p:spPr>
          <a:xfrm>
            <a:off x="3406626" y="282156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4"/>
          <p:cNvSpPr/>
          <p:nvPr/>
        </p:nvSpPr>
        <p:spPr>
          <a:xfrm>
            <a:off x="3406626" y="302273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5"/>
          <p:cNvSpPr/>
          <p:nvPr/>
        </p:nvSpPr>
        <p:spPr>
          <a:xfrm>
            <a:off x="3406626" y="322389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6"/>
          <p:cNvSpPr/>
          <p:nvPr/>
        </p:nvSpPr>
        <p:spPr>
          <a:xfrm>
            <a:off x="3406626" y="342506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7"/>
          <p:cNvSpPr/>
          <p:nvPr/>
        </p:nvSpPr>
        <p:spPr>
          <a:xfrm>
            <a:off x="3406626" y="362623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"/>
          <p:cNvSpPr/>
          <p:nvPr/>
        </p:nvSpPr>
        <p:spPr>
          <a:xfrm>
            <a:off x="3406626" y="382740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9"/>
          <p:cNvSpPr/>
          <p:nvPr/>
        </p:nvSpPr>
        <p:spPr>
          <a:xfrm>
            <a:off x="3406626" y="40285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20"/>
          <p:cNvSpPr/>
          <p:nvPr/>
        </p:nvSpPr>
        <p:spPr>
          <a:xfrm>
            <a:off x="3406626" y="422973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21"/>
          <p:cNvSpPr/>
          <p:nvPr/>
        </p:nvSpPr>
        <p:spPr>
          <a:xfrm>
            <a:off x="3406626" y="443090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22"/>
          <p:cNvSpPr/>
          <p:nvPr/>
        </p:nvSpPr>
        <p:spPr>
          <a:xfrm>
            <a:off x="3406626" y="463207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23"/>
          <p:cNvSpPr/>
          <p:nvPr/>
        </p:nvSpPr>
        <p:spPr>
          <a:xfrm>
            <a:off x="3406626" y="483324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24"/>
          <p:cNvSpPr/>
          <p:nvPr/>
        </p:nvSpPr>
        <p:spPr>
          <a:xfrm>
            <a:off x="3406626" y="503441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25"/>
          <p:cNvSpPr/>
          <p:nvPr/>
        </p:nvSpPr>
        <p:spPr>
          <a:xfrm>
            <a:off x="3406626" y="523557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26"/>
          <p:cNvSpPr/>
          <p:nvPr/>
        </p:nvSpPr>
        <p:spPr>
          <a:xfrm>
            <a:off x="3406626" y="543674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27"/>
          <p:cNvSpPr/>
          <p:nvPr/>
        </p:nvSpPr>
        <p:spPr>
          <a:xfrm>
            <a:off x="3406626" y="563791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28"/>
          <p:cNvSpPr/>
          <p:nvPr/>
        </p:nvSpPr>
        <p:spPr>
          <a:xfrm>
            <a:off x="3406626" y="583908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29"/>
          <p:cNvSpPr/>
          <p:nvPr/>
        </p:nvSpPr>
        <p:spPr>
          <a:xfrm>
            <a:off x="3406626" y="604025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30"/>
          <p:cNvSpPr/>
          <p:nvPr/>
        </p:nvSpPr>
        <p:spPr>
          <a:xfrm>
            <a:off x="3406626" y="624141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31"/>
          <p:cNvSpPr/>
          <p:nvPr/>
        </p:nvSpPr>
        <p:spPr>
          <a:xfrm>
            <a:off x="1453026" y="2135762"/>
            <a:ext cx="1194647" cy="1063351"/>
          </a:xfrm>
          <a:prstGeom prst="rect">
            <a:avLst/>
          </a:prstGeom>
          <a:solidFill>
            <a:srgbClr val="F5F5F5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3" name="Connector 37"/>
          <p:cNvCxnSpPr/>
          <p:nvPr/>
        </p:nvCxnSpPr>
        <p:spPr>
          <a:xfrm flipV="1">
            <a:off x="2766546" y="869318"/>
            <a:ext cx="640080" cy="1842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8"/>
          <p:cNvCxnSpPr/>
          <p:nvPr/>
        </p:nvCxnSpPr>
        <p:spPr>
          <a:xfrm flipV="1">
            <a:off x="2766546" y="1070486"/>
            <a:ext cx="640080" cy="1641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39"/>
          <p:cNvCxnSpPr/>
          <p:nvPr/>
        </p:nvCxnSpPr>
        <p:spPr>
          <a:xfrm flipV="1">
            <a:off x="2766546" y="1271654"/>
            <a:ext cx="640080" cy="1440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0"/>
          <p:cNvCxnSpPr/>
          <p:nvPr/>
        </p:nvCxnSpPr>
        <p:spPr>
          <a:xfrm flipV="1">
            <a:off x="2766546" y="1472822"/>
            <a:ext cx="640080" cy="1239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1"/>
          <p:cNvCxnSpPr/>
          <p:nvPr/>
        </p:nvCxnSpPr>
        <p:spPr>
          <a:xfrm flipV="1">
            <a:off x="2766546" y="1673989"/>
            <a:ext cx="640080" cy="103784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42"/>
          <p:cNvCxnSpPr/>
          <p:nvPr/>
        </p:nvCxnSpPr>
        <p:spPr>
          <a:xfrm flipV="1">
            <a:off x="2766546" y="1875158"/>
            <a:ext cx="640080" cy="836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43"/>
          <p:cNvCxnSpPr/>
          <p:nvPr/>
        </p:nvCxnSpPr>
        <p:spPr>
          <a:xfrm flipV="1">
            <a:off x="2766546" y="2076326"/>
            <a:ext cx="640080" cy="635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44"/>
          <p:cNvCxnSpPr/>
          <p:nvPr/>
        </p:nvCxnSpPr>
        <p:spPr>
          <a:xfrm flipV="1">
            <a:off x="2766546" y="2277494"/>
            <a:ext cx="640080" cy="434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45"/>
          <p:cNvCxnSpPr/>
          <p:nvPr/>
        </p:nvCxnSpPr>
        <p:spPr>
          <a:xfrm flipV="1">
            <a:off x="2766546" y="2478661"/>
            <a:ext cx="640080" cy="23317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46"/>
          <p:cNvCxnSpPr/>
          <p:nvPr/>
        </p:nvCxnSpPr>
        <p:spPr>
          <a:xfrm flipV="1">
            <a:off x="2766546" y="2679830"/>
            <a:ext cx="640080" cy="32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47"/>
          <p:cNvCxnSpPr/>
          <p:nvPr/>
        </p:nvCxnSpPr>
        <p:spPr>
          <a:xfrm>
            <a:off x="2766546" y="2711834"/>
            <a:ext cx="640080" cy="16916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48"/>
          <p:cNvCxnSpPr/>
          <p:nvPr/>
        </p:nvCxnSpPr>
        <p:spPr>
          <a:xfrm>
            <a:off x="2766546" y="2711834"/>
            <a:ext cx="640080" cy="3703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49"/>
          <p:cNvCxnSpPr/>
          <p:nvPr/>
        </p:nvCxnSpPr>
        <p:spPr>
          <a:xfrm>
            <a:off x="2766546" y="2711834"/>
            <a:ext cx="640080" cy="57150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50"/>
          <p:cNvCxnSpPr/>
          <p:nvPr/>
        </p:nvCxnSpPr>
        <p:spPr>
          <a:xfrm>
            <a:off x="2766546" y="2711834"/>
            <a:ext cx="640080" cy="77266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51"/>
          <p:cNvCxnSpPr/>
          <p:nvPr/>
        </p:nvCxnSpPr>
        <p:spPr>
          <a:xfrm>
            <a:off x="2766546" y="2711834"/>
            <a:ext cx="640080" cy="9738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52"/>
          <p:cNvCxnSpPr/>
          <p:nvPr/>
        </p:nvCxnSpPr>
        <p:spPr>
          <a:xfrm>
            <a:off x="2766546" y="2711834"/>
            <a:ext cx="640080" cy="1175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53"/>
          <p:cNvCxnSpPr/>
          <p:nvPr/>
        </p:nvCxnSpPr>
        <p:spPr>
          <a:xfrm>
            <a:off x="2766546" y="2711834"/>
            <a:ext cx="640080" cy="13761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54"/>
          <p:cNvCxnSpPr/>
          <p:nvPr/>
        </p:nvCxnSpPr>
        <p:spPr>
          <a:xfrm>
            <a:off x="2766546" y="2711834"/>
            <a:ext cx="640080" cy="1577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55"/>
          <p:cNvCxnSpPr/>
          <p:nvPr/>
        </p:nvCxnSpPr>
        <p:spPr>
          <a:xfrm>
            <a:off x="2766546" y="2711834"/>
            <a:ext cx="640080" cy="1778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56"/>
          <p:cNvCxnSpPr/>
          <p:nvPr/>
        </p:nvCxnSpPr>
        <p:spPr>
          <a:xfrm>
            <a:off x="2766546" y="2711834"/>
            <a:ext cx="640080" cy="1979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57"/>
          <p:cNvCxnSpPr/>
          <p:nvPr/>
        </p:nvCxnSpPr>
        <p:spPr>
          <a:xfrm>
            <a:off x="2766546" y="2711834"/>
            <a:ext cx="640080" cy="218084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58"/>
          <p:cNvCxnSpPr/>
          <p:nvPr/>
        </p:nvCxnSpPr>
        <p:spPr>
          <a:xfrm>
            <a:off x="2766546" y="2711834"/>
            <a:ext cx="640080" cy="2382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59"/>
          <p:cNvCxnSpPr/>
          <p:nvPr/>
        </p:nvCxnSpPr>
        <p:spPr>
          <a:xfrm>
            <a:off x="2766546" y="2711834"/>
            <a:ext cx="640080" cy="2583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60"/>
          <p:cNvCxnSpPr/>
          <p:nvPr/>
        </p:nvCxnSpPr>
        <p:spPr>
          <a:xfrm>
            <a:off x="2766546" y="2711834"/>
            <a:ext cx="640080" cy="2784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61"/>
          <p:cNvCxnSpPr/>
          <p:nvPr/>
        </p:nvCxnSpPr>
        <p:spPr>
          <a:xfrm>
            <a:off x="2766546" y="2711834"/>
            <a:ext cx="640080" cy="2985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62"/>
          <p:cNvCxnSpPr/>
          <p:nvPr/>
        </p:nvCxnSpPr>
        <p:spPr>
          <a:xfrm>
            <a:off x="2766546" y="2711834"/>
            <a:ext cx="640080" cy="31866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63"/>
          <p:cNvCxnSpPr/>
          <p:nvPr/>
        </p:nvCxnSpPr>
        <p:spPr>
          <a:xfrm>
            <a:off x="2766546" y="2711834"/>
            <a:ext cx="640080" cy="33878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64"/>
          <p:cNvCxnSpPr/>
          <p:nvPr/>
        </p:nvCxnSpPr>
        <p:spPr>
          <a:xfrm>
            <a:off x="2766546" y="2711834"/>
            <a:ext cx="640080" cy="358902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1" name="Picture 65" descr="numero4_original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386" y="2199770"/>
            <a:ext cx="109728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4064" y="5912799"/>
            <a:ext cx="2394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solidFill>
                  <a:srgbClr val="141414"/>
                </a:solidFill>
                <a:latin typeface="Arial"/>
              </a:rPr>
              <a:t>Extracción</a:t>
            </a:r>
            <a:r>
              <a:rPr sz="20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lang="es-CO" sz="2000" b="1" dirty="0">
                <a:solidFill>
                  <a:srgbClr val="141414"/>
                </a:solidFill>
                <a:latin typeface="Arial"/>
              </a:rPr>
              <a:t>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6338" y="471341"/>
            <a:ext cx="1313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141414"/>
                </a:solidFill>
                <a:latin typeface="Arial"/>
              </a:rPr>
              <a:t>Capa</a:t>
            </a:r>
            <a:r>
              <a:rPr lang="en-US" sz="22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200" b="1" dirty="0">
                <a:solidFill>
                  <a:srgbClr val="141414"/>
                </a:solidFill>
                <a:latin typeface="Arial"/>
              </a:rPr>
              <a:t>entrada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6011" y="1222594"/>
            <a:ext cx="19933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lang="en-US" sz="22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141414"/>
                </a:solidFill>
                <a:latin typeface="Arial"/>
              </a:rPr>
              <a:t>Convolución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057982" y="2093303"/>
            <a:ext cx="0" cy="338328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57982" y="2093303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57982" y="5476583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upo 98">
            <a:extLst>
              <a:ext uri="{FF2B5EF4-FFF2-40B4-BE49-F238E27FC236}">
                <a16:creationId xmlns:a16="http://schemas.microsoft.com/office/drawing/2014/main" id="{1DC1A20E-8DEB-32B8-8CF4-829769AE44AD}"/>
              </a:ext>
            </a:extLst>
          </p:cNvPr>
          <p:cNvGrpSpPr/>
          <p:nvPr/>
        </p:nvGrpSpPr>
        <p:grpSpPr>
          <a:xfrm>
            <a:off x="5091254" y="2111591"/>
            <a:ext cx="164592" cy="3383280"/>
            <a:chOff x="5504688" y="1508760"/>
            <a:chExt cx="164592" cy="3383280"/>
          </a:xfrm>
        </p:grpSpPr>
        <p:cxnSp>
          <p:nvCxnSpPr>
            <p:cNvPr id="34" name="Connector 33"/>
            <p:cNvCxnSpPr/>
            <p:nvPr/>
          </p:nvCxnSpPr>
          <p:spPr>
            <a:xfrm>
              <a:off x="5669280" y="1508760"/>
              <a:ext cx="0" cy="3383280"/>
            </a:xfrm>
            <a:prstGeom prst="line">
              <a:avLst/>
            </a:prstGeom>
            <a:ln w="31750">
              <a:solidFill>
                <a:srgbClr val="00B4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504688" y="1508760"/>
              <a:ext cx="164592" cy="0"/>
            </a:xfrm>
            <a:prstGeom prst="line">
              <a:avLst/>
            </a:prstGeom>
            <a:ln w="31750">
              <a:solidFill>
                <a:srgbClr val="00B4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504688" y="4892040"/>
              <a:ext cx="164592" cy="0"/>
            </a:xfrm>
            <a:prstGeom prst="line">
              <a:avLst/>
            </a:prstGeom>
            <a:ln w="31750">
              <a:solidFill>
                <a:srgbClr val="00B4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5631400" y="1214806"/>
            <a:ext cx="17922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lang="en-US" sz="22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141414"/>
                </a:solidFill>
                <a:latin typeface="Arial"/>
              </a:rPr>
              <a:t>Agrupación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941424" y="2101576"/>
            <a:ext cx="0" cy="338328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08370" y="2101576"/>
            <a:ext cx="0" cy="338328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41424" y="210157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1424" y="548485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43778" y="210157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43778" y="548485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97931" y="7772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Oculta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8363" y="7772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Oculta</a:t>
            </a:r>
          </a:p>
        </p:txBody>
      </p:sp>
      <p:sp>
        <p:nvSpPr>
          <p:cNvPr id="76" name="Oval 75"/>
          <p:cNvSpPr/>
          <p:nvPr/>
        </p:nvSpPr>
        <p:spPr>
          <a:xfrm>
            <a:off x="10095411" y="868680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095411" y="1353312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095411" y="1837943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0095411" y="2322576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0095411" y="2807208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095411" y="3291840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95411" y="3776472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095411" y="4261104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095411" y="4745736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095411" y="5230368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442883" y="7772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42883" y="1261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42883" y="174650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42883" y="223113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42883" y="27157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42883" y="32004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42883" y="36850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42883" y="4169663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42883" y="4654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42883" y="51389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43421" y="6423235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Arial"/>
              </a:rPr>
              <a:t>784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29651" y="2286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Arial"/>
              </a:defRPr>
            </a:pPr>
            <a:r>
              <a:t>Salida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48523" y="658368"/>
            <a:ext cx="777240" cy="13716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6"/>
          <p:cNvSpPr/>
          <p:nvPr/>
        </p:nvSpPr>
        <p:spPr>
          <a:xfrm>
            <a:off x="2660541" y="143975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7"/>
          <p:cNvSpPr/>
          <p:nvPr/>
        </p:nvSpPr>
        <p:spPr>
          <a:xfrm>
            <a:off x="2660541" y="164092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8"/>
          <p:cNvSpPr/>
          <p:nvPr/>
        </p:nvSpPr>
        <p:spPr>
          <a:xfrm>
            <a:off x="2660541" y="184209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9"/>
          <p:cNvSpPr/>
          <p:nvPr/>
        </p:nvSpPr>
        <p:spPr>
          <a:xfrm>
            <a:off x="2660541" y="204325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"/>
          <p:cNvSpPr/>
          <p:nvPr/>
        </p:nvSpPr>
        <p:spPr>
          <a:xfrm>
            <a:off x="2660541" y="224442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1"/>
          <p:cNvSpPr/>
          <p:nvPr/>
        </p:nvSpPr>
        <p:spPr>
          <a:xfrm>
            <a:off x="2660541" y="244559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2"/>
          <p:cNvSpPr/>
          <p:nvPr/>
        </p:nvSpPr>
        <p:spPr>
          <a:xfrm>
            <a:off x="2660541" y="264676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3"/>
          <p:cNvSpPr/>
          <p:nvPr/>
        </p:nvSpPr>
        <p:spPr>
          <a:xfrm>
            <a:off x="2660541" y="284793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4"/>
          <p:cNvSpPr/>
          <p:nvPr/>
        </p:nvSpPr>
        <p:spPr>
          <a:xfrm>
            <a:off x="2660541" y="304909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5"/>
          <p:cNvSpPr/>
          <p:nvPr/>
        </p:nvSpPr>
        <p:spPr>
          <a:xfrm>
            <a:off x="2660541" y="325026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6"/>
          <p:cNvSpPr/>
          <p:nvPr/>
        </p:nvSpPr>
        <p:spPr>
          <a:xfrm>
            <a:off x="2660541" y="345143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7"/>
          <p:cNvSpPr/>
          <p:nvPr/>
        </p:nvSpPr>
        <p:spPr>
          <a:xfrm>
            <a:off x="2660541" y="365260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8"/>
          <p:cNvSpPr/>
          <p:nvPr/>
        </p:nvSpPr>
        <p:spPr>
          <a:xfrm>
            <a:off x="2660541" y="385377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9"/>
          <p:cNvSpPr/>
          <p:nvPr/>
        </p:nvSpPr>
        <p:spPr>
          <a:xfrm>
            <a:off x="2660541" y="405493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20"/>
          <p:cNvSpPr/>
          <p:nvPr/>
        </p:nvSpPr>
        <p:spPr>
          <a:xfrm>
            <a:off x="2660541" y="425610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21"/>
          <p:cNvSpPr/>
          <p:nvPr/>
        </p:nvSpPr>
        <p:spPr>
          <a:xfrm>
            <a:off x="2660541" y="445727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22"/>
          <p:cNvSpPr/>
          <p:nvPr/>
        </p:nvSpPr>
        <p:spPr>
          <a:xfrm>
            <a:off x="2660541" y="465844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23"/>
          <p:cNvSpPr/>
          <p:nvPr/>
        </p:nvSpPr>
        <p:spPr>
          <a:xfrm>
            <a:off x="2660541" y="485961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24"/>
          <p:cNvSpPr/>
          <p:nvPr/>
        </p:nvSpPr>
        <p:spPr>
          <a:xfrm>
            <a:off x="2660541" y="506077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25"/>
          <p:cNvSpPr/>
          <p:nvPr/>
        </p:nvSpPr>
        <p:spPr>
          <a:xfrm>
            <a:off x="2660541" y="526194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26"/>
          <p:cNvSpPr/>
          <p:nvPr/>
        </p:nvSpPr>
        <p:spPr>
          <a:xfrm>
            <a:off x="2660541" y="546311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27"/>
          <p:cNvSpPr/>
          <p:nvPr/>
        </p:nvSpPr>
        <p:spPr>
          <a:xfrm>
            <a:off x="2660541" y="566428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28"/>
          <p:cNvSpPr/>
          <p:nvPr/>
        </p:nvSpPr>
        <p:spPr>
          <a:xfrm>
            <a:off x="2660541" y="586545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29"/>
          <p:cNvSpPr/>
          <p:nvPr/>
        </p:nvSpPr>
        <p:spPr>
          <a:xfrm>
            <a:off x="2660541" y="606661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30"/>
          <p:cNvSpPr/>
          <p:nvPr/>
        </p:nvSpPr>
        <p:spPr>
          <a:xfrm>
            <a:off x="2660541" y="626778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31"/>
          <p:cNvSpPr/>
          <p:nvPr/>
        </p:nvSpPr>
        <p:spPr>
          <a:xfrm>
            <a:off x="2660541" y="646895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32"/>
          <p:cNvSpPr/>
          <p:nvPr/>
        </p:nvSpPr>
        <p:spPr>
          <a:xfrm>
            <a:off x="2660541" y="667012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3"/>
          <p:cNvSpPr/>
          <p:nvPr/>
        </p:nvSpPr>
        <p:spPr>
          <a:xfrm>
            <a:off x="2666468" y="122986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4"/>
          <p:cNvSpPr/>
          <p:nvPr/>
        </p:nvSpPr>
        <p:spPr>
          <a:xfrm>
            <a:off x="2666468" y="143103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5"/>
          <p:cNvSpPr/>
          <p:nvPr/>
        </p:nvSpPr>
        <p:spPr>
          <a:xfrm>
            <a:off x="2666468" y="163220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6"/>
          <p:cNvSpPr/>
          <p:nvPr/>
        </p:nvSpPr>
        <p:spPr>
          <a:xfrm>
            <a:off x="2666468" y="183337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7"/>
          <p:cNvSpPr/>
          <p:nvPr/>
        </p:nvSpPr>
        <p:spPr>
          <a:xfrm>
            <a:off x="2666468" y="203454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8"/>
          <p:cNvSpPr/>
          <p:nvPr/>
        </p:nvSpPr>
        <p:spPr>
          <a:xfrm>
            <a:off x="2666468" y="223570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9"/>
          <p:cNvSpPr/>
          <p:nvPr/>
        </p:nvSpPr>
        <p:spPr>
          <a:xfrm>
            <a:off x="2666468" y="243687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0"/>
          <p:cNvSpPr/>
          <p:nvPr/>
        </p:nvSpPr>
        <p:spPr>
          <a:xfrm>
            <a:off x="2666468" y="263804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1"/>
          <p:cNvSpPr/>
          <p:nvPr/>
        </p:nvSpPr>
        <p:spPr>
          <a:xfrm>
            <a:off x="2666468" y="283921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2"/>
          <p:cNvSpPr/>
          <p:nvPr/>
        </p:nvSpPr>
        <p:spPr>
          <a:xfrm>
            <a:off x="2666468" y="304038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3"/>
          <p:cNvSpPr/>
          <p:nvPr/>
        </p:nvSpPr>
        <p:spPr>
          <a:xfrm>
            <a:off x="2666468" y="324154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4"/>
          <p:cNvSpPr/>
          <p:nvPr/>
        </p:nvSpPr>
        <p:spPr>
          <a:xfrm>
            <a:off x="2666468" y="344271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5"/>
          <p:cNvSpPr/>
          <p:nvPr/>
        </p:nvSpPr>
        <p:spPr>
          <a:xfrm>
            <a:off x="2666468" y="364388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6"/>
          <p:cNvSpPr/>
          <p:nvPr/>
        </p:nvSpPr>
        <p:spPr>
          <a:xfrm>
            <a:off x="2666468" y="384505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7"/>
          <p:cNvSpPr/>
          <p:nvPr/>
        </p:nvSpPr>
        <p:spPr>
          <a:xfrm>
            <a:off x="2666468" y="404622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"/>
          <p:cNvSpPr/>
          <p:nvPr/>
        </p:nvSpPr>
        <p:spPr>
          <a:xfrm>
            <a:off x="2666468" y="424738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9"/>
          <p:cNvSpPr/>
          <p:nvPr/>
        </p:nvSpPr>
        <p:spPr>
          <a:xfrm>
            <a:off x="2666468" y="444855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20"/>
          <p:cNvSpPr/>
          <p:nvPr/>
        </p:nvSpPr>
        <p:spPr>
          <a:xfrm>
            <a:off x="2666468" y="464972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21"/>
          <p:cNvSpPr/>
          <p:nvPr/>
        </p:nvSpPr>
        <p:spPr>
          <a:xfrm>
            <a:off x="2666468" y="485089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22"/>
          <p:cNvSpPr/>
          <p:nvPr/>
        </p:nvSpPr>
        <p:spPr>
          <a:xfrm>
            <a:off x="2666468" y="505206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23"/>
          <p:cNvSpPr/>
          <p:nvPr/>
        </p:nvSpPr>
        <p:spPr>
          <a:xfrm>
            <a:off x="2666468" y="525322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24"/>
          <p:cNvSpPr/>
          <p:nvPr/>
        </p:nvSpPr>
        <p:spPr>
          <a:xfrm>
            <a:off x="2666468" y="545439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25"/>
          <p:cNvSpPr/>
          <p:nvPr/>
        </p:nvSpPr>
        <p:spPr>
          <a:xfrm>
            <a:off x="2666468" y="565556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26"/>
          <p:cNvSpPr/>
          <p:nvPr/>
        </p:nvSpPr>
        <p:spPr>
          <a:xfrm>
            <a:off x="2666468" y="585673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27"/>
          <p:cNvSpPr/>
          <p:nvPr/>
        </p:nvSpPr>
        <p:spPr>
          <a:xfrm>
            <a:off x="2666468" y="605790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28"/>
          <p:cNvSpPr/>
          <p:nvPr/>
        </p:nvSpPr>
        <p:spPr>
          <a:xfrm>
            <a:off x="2666468" y="625906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29"/>
          <p:cNvSpPr/>
          <p:nvPr/>
        </p:nvSpPr>
        <p:spPr>
          <a:xfrm>
            <a:off x="2666468" y="646023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30"/>
          <p:cNvSpPr/>
          <p:nvPr/>
        </p:nvSpPr>
        <p:spPr>
          <a:xfrm>
            <a:off x="2666468" y="666140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3" name="Connector 37"/>
          <p:cNvCxnSpPr/>
          <p:nvPr/>
        </p:nvCxnSpPr>
        <p:spPr>
          <a:xfrm flipV="1">
            <a:off x="2026388" y="1289304"/>
            <a:ext cx="640080" cy="1842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8"/>
          <p:cNvCxnSpPr/>
          <p:nvPr/>
        </p:nvCxnSpPr>
        <p:spPr>
          <a:xfrm flipV="1">
            <a:off x="2026388" y="1490472"/>
            <a:ext cx="640080" cy="1641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39"/>
          <p:cNvCxnSpPr/>
          <p:nvPr/>
        </p:nvCxnSpPr>
        <p:spPr>
          <a:xfrm flipV="1">
            <a:off x="2026388" y="1691640"/>
            <a:ext cx="640080" cy="1440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0"/>
          <p:cNvCxnSpPr/>
          <p:nvPr/>
        </p:nvCxnSpPr>
        <p:spPr>
          <a:xfrm flipV="1">
            <a:off x="2026388" y="1892808"/>
            <a:ext cx="640080" cy="1239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1"/>
          <p:cNvCxnSpPr/>
          <p:nvPr/>
        </p:nvCxnSpPr>
        <p:spPr>
          <a:xfrm flipV="1">
            <a:off x="2026388" y="2093975"/>
            <a:ext cx="640080" cy="103784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42"/>
          <p:cNvCxnSpPr/>
          <p:nvPr/>
        </p:nvCxnSpPr>
        <p:spPr>
          <a:xfrm flipV="1">
            <a:off x="2026388" y="2295144"/>
            <a:ext cx="640080" cy="836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43"/>
          <p:cNvCxnSpPr/>
          <p:nvPr/>
        </p:nvCxnSpPr>
        <p:spPr>
          <a:xfrm flipV="1">
            <a:off x="2026388" y="2496312"/>
            <a:ext cx="640080" cy="635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44"/>
          <p:cNvCxnSpPr/>
          <p:nvPr/>
        </p:nvCxnSpPr>
        <p:spPr>
          <a:xfrm flipV="1">
            <a:off x="2026388" y="2697480"/>
            <a:ext cx="640080" cy="434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45"/>
          <p:cNvCxnSpPr/>
          <p:nvPr/>
        </p:nvCxnSpPr>
        <p:spPr>
          <a:xfrm flipV="1">
            <a:off x="2026388" y="2898647"/>
            <a:ext cx="640080" cy="23317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46"/>
          <p:cNvCxnSpPr/>
          <p:nvPr/>
        </p:nvCxnSpPr>
        <p:spPr>
          <a:xfrm flipV="1">
            <a:off x="2026388" y="3099816"/>
            <a:ext cx="640080" cy="32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47"/>
          <p:cNvCxnSpPr/>
          <p:nvPr/>
        </p:nvCxnSpPr>
        <p:spPr>
          <a:xfrm>
            <a:off x="2026388" y="3131820"/>
            <a:ext cx="640080" cy="16916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48"/>
          <p:cNvCxnSpPr/>
          <p:nvPr/>
        </p:nvCxnSpPr>
        <p:spPr>
          <a:xfrm>
            <a:off x="2026388" y="3131820"/>
            <a:ext cx="640080" cy="3703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49"/>
          <p:cNvCxnSpPr/>
          <p:nvPr/>
        </p:nvCxnSpPr>
        <p:spPr>
          <a:xfrm>
            <a:off x="2026388" y="3131820"/>
            <a:ext cx="640080" cy="57150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50"/>
          <p:cNvCxnSpPr/>
          <p:nvPr/>
        </p:nvCxnSpPr>
        <p:spPr>
          <a:xfrm>
            <a:off x="2026388" y="3131820"/>
            <a:ext cx="640080" cy="77266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51"/>
          <p:cNvCxnSpPr/>
          <p:nvPr/>
        </p:nvCxnSpPr>
        <p:spPr>
          <a:xfrm>
            <a:off x="2026388" y="3131820"/>
            <a:ext cx="640080" cy="9738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52"/>
          <p:cNvCxnSpPr/>
          <p:nvPr/>
        </p:nvCxnSpPr>
        <p:spPr>
          <a:xfrm>
            <a:off x="2026388" y="3131820"/>
            <a:ext cx="640080" cy="1175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53"/>
          <p:cNvCxnSpPr/>
          <p:nvPr/>
        </p:nvCxnSpPr>
        <p:spPr>
          <a:xfrm>
            <a:off x="2026388" y="3131820"/>
            <a:ext cx="640080" cy="13761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54"/>
          <p:cNvCxnSpPr/>
          <p:nvPr/>
        </p:nvCxnSpPr>
        <p:spPr>
          <a:xfrm>
            <a:off x="2026388" y="3131820"/>
            <a:ext cx="640080" cy="1577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55"/>
          <p:cNvCxnSpPr/>
          <p:nvPr/>
        </p:nvCxnSpPr>
        <p:spPr>
          <a:xfrm>
            <a:off x="2026388" y="3131820"/>
            <a:ext cx="640080" cy="1778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56"/>
          <p:cNvCxnSpPr/>
          <p:nvPr/>
        </p:nvCxnSpPr>
        <p:spPr>
          <a:xfrm>
            <a:off x="2026388" y="3131820"/>
            <a:ext cx="640080" cy="1979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57"/>
          <p:cNvCxnSpPr/>
          <p:nvPr/>
        </p:nvCxnSpPr>
        <p:spPr>
          <a:xfrm>
            <a:off x="2026388" y="3131820"/>
            <a:ext cx="640080" cy="218084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58"/>
          <p:cNvCxnSpPr/>
          <p:nvPr/>
        </p:nvCxnSpPr>
        <p:spPr>
          <a:xfrm>
            <a:off x="2026388" y="3131820"/>
            <a:ext cx="640080" cy="2382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59"/>
          <p:cNvCxnSpPr/>
          <p:nvPr/>
        </p:nvCxnSpPr>
        <p:spPr>
          <a:xfrm>
            <a:off x="2026388" y="3131820"/>
            <a:ext cx="640080" cy="2583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60"/>
          <p:cNvCxnSpPr/>
          <p:nvPr/>
        </p:nvCxnSpPr>
        <p:spPr>
          <a:xfrm>
            <a:off x="2026388" y="3131820"/>
            <a:ext cx="640080" cy="2784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61"/>
          <p:cNvCxnSpPr/>
          <p:nvPr/>
        </p:nvCxnSpPr>
        <p:spPr>
          <a:xfrm>
            <a:off x="2026388" y="3131820"/>
            <a:ext cx="640080" cy="2985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62"/>
          <p:cNvCxnSpPr/>
          <p:nvPr/>
        </p:nvCxnSpPr>
        <p:spPr>
          <a:xfrm>
            <a:off x="2026388" y="3131820"/>
            <a:ext cx="640080" cy="31866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63"/>
          <p:cNvCxnSpPr/>
          <p:nvPr/>
        </p:nvCxnSpPr>
        <p:spPr>
          <a:xfrm>
            <a:off x="2026388" y="3131820"/>
            <a:ext cx="640080" cy="33878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64"/>
          <p:cNvCxnSpPr/>
          <p:nvPr/>
        </p:nvCxnSpPr>
        <p:spPr>
          <a:xfrm>
            <a:off x="2026388" y="3131820"/>
            <a:ext cx="640080" cy="358902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Cerrar llave 127">
            <a:extLst>
              <a:ext uri="{FF2B5EF4-FFF2-40B4-BE49-F238E27FC236}">
                <a16:creationId xmlns:a16="http://schemas.microsoft.com/office/drawing/2014/main" id="{90C3DE87-AA7E-DF46-6B32-19936785A70C}"/>
              </a:ext>
            </a:extLst>
          </p:cNvPr>
          <p:cNvSpPr/>
          <p:nvPr/>
        </p:nvSpPr>
        <p:spPr>
          <a:xfrm rot="5400000">
            <a:off x="5385749" y="4035032"/>
            <a:ext cx="378522" cy="3353560"/>
          </a:xfrm>
          <a:prstGeom prst="rightBrace">
            <a:avLst>
              <a:gd name="adj1" fmla="val 97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3E0BDE37-A2FC-2FA0-F190-C653C5537881}"/>
              </a:ext>
            </a:extLst>
          </p:cNvPr>
          <p:cNvGrpSpPr/>
          <p:nvPr/>
        </p:nvGrpSpPr>
        <p:grpSpPr>
          <a:xfrm>
            <a:off x="7886436" y="1445653"/>
            <a:ext cx="1523395" cy="3867011"/>
            <a:chOff x="7560134" y="2033867"/>
            <a:chExt cx="1947672" cy="3922776"/>
          </a:xfrm>
        </p:grpSpPr>
        <p:sp>
          <p:nvSpPr>
            <p:cNvPr id="4" name="Oval 33"/>
            <p:cNvSpPr/>
            <p:nvPr/>
          </p:nvSpPr>
          <p:spPr>
            <a:xfrm>
              <a:off x="7560134" y="203386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Oval 34"/>
            <p:cNvSpPr/>
            <p:nvPr/>
          </p:nvSpPr>
          <p:spPr>
            <a:xfrm>
              <a:off x="7560134" y="232647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Oval 35"/>
            <p:cNvSpPr/>
            <p:nvPr/>
          </p:nvSpPr>
          <p:spPr>
            <a:xfrm>
              <a:off x="7560134" y="261908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Oval 36"/>
            <p:cNvSpPr/>
            <p:nvPr/>
          </p:nvSpPr>
          <p:spPr>
            <a:xfrm>
              <a:off x="7560134" y="291169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Oval 37"/>
            <p:cNvSpPr/>
            <p:nvPr/>
          </p:nvSpPr>
          <p:spPr>
            <a:xfrm>
              <a:off x="7560134" y="320429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38"/>
            <p:cNvSpPr/>
            <p:nvPr/>
          </p:nvSpPr>
          <p:spPr>
            <a:xfrm>
              <a:off x="7560134" y="349690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39"/>
            <p:cNvSpPr/>
            <p:nvPr/>
          </p:nvSpPr>
          <p:spPr>
            <a:xfrm>
              <a:off x="7560134" y="378951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Oval 40"/>
            <p:cNvSpPr/>
            <p:nvPr/>
          </p:nvSpPr>
          <p:spPr>
            <a:xfrm>
              <a:off x="7560134" y="408212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Oval 41"/>
            <p:cNvSpPr/>
            <p:nvPr/>
          </p:nvSpPr>
          <p:spPr>
            <a:xfrm>
              <a:off x="7560134" y="437473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Oval 42"/>
            <p:cNvSpPr/>
            <p:nvPr/>
          </p:nvSpPr>
          <p:spPr>
            <a:xfrm>
              <a:off x="7560134" y="466733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43"/>
            <p:cNvSpPr/>
            <p:nvPr/>
          </p:nvSpPr>
          <p:spPr>
            <a:xfrm>
              <a:off x="7560134" y="495994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44"/>
            <p:cNvSpPr/>
            <p:nvPr/>
          </p:nvSpPr>
          <p:spPr>
            <a:xfrm>
              <a:off x="7560134" y="525255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Oval 45"/>
            <p:cNvSpPr/>
            <p:nvPr/>
          </p:nvSpPr>
          <p:spPr>
            <a:xfrm>
              <a:off x="7560134" y="554516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46"/>
            <p:cNvSpPr/>
            <p:nvPr/>
          </p:nvSpPr>
          <p:spPr>
            <a:xfrm>
              <a:off x="7560134" y="583777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47"/>
            <p:cNvSpPr/>
            <p:nvPr/>
          </p:nvSpPr>
          <p:spPr>
            <a:xfrm>
              <a:off x="9388934" y="203386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48"/>
            <p:cNvSpPr/>
            <p:nvPr/>
          </p:nvSpPr>
          <p:spPr>
            <a:xfrm>
              <a:off x="9388934" y="232647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49"/>
            <p:cNvSpPr/>
            <p:nvPr/>
          </p:nvSpPr>
          <p:spPr>
            <a:xfrm>
              <a:off x="9388934" y="261908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Oval 50"/>
            <p:cNvSpPr/>
            <p:nvPr/>
          </p:nvSpPr>
          <p:spPr>
            <a:xfrm>
              <a:off x="9388934" y="291169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51"/>
            <p:cNvSpPr/>
            <p:nvPr/>
          </p:nvSpPr>
          <p:spPr>
            <a:xfrm>
              <a:off x="9388934" y="320429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52"/>
            <p:cNvSpPr/>
            <p:nvPr/>
          </p:nvSpPr>
          <p:spPr>
            <a:xfrm>
              <a:off x="9388934" y="349690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53"/>
            <p:cNvSpPr/>
            <p:nvPr/>
          </p:nvSpPr>
          <p:spPr>
            <a:xfrm>
              <a:off x="9388934" y="378951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Oval 54"/>
            <p:cNvSpPr/>
            <p:nvPr/>
          </p:nvSpPr>
          <p:spPr>
            <a:xfrm>
              <a:off x="9388934" y="408212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55"/>
            <p:cNvSpPr/>
            <p:nvPr/>
          </p:nvSpPr>
          <p:spPr>
            <a:xfrm>
              <a:off x="9388934" y="437473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Oval 56"/>
            <p:cNvSpPr/>
            <p:nvPr/>
          </p:nvSpPr>
          <p:spPr>
            <a:xfrm>
              <a:off x="9388934" y="466733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Oval 57"/>
            <p:cNvSpPr/>
            <p:nvPr/>
          </p:nvSpPr>
          <p:spPr>
            <a:xfrm>
              <a:off x="9388934" y="495994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58"/>
            <p:cNvSpPr/>
            <p:nvPr/>
          </p:nvSpPr>
          <p:spPr>
            <a:xfrm>
              <a:off x="9388934" y="525255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Oval 59"/>
            <p:cNvSpPr/>
            <p:nvPr/>
          </p:nvSpPr>
          <p:spPr>
            <a:xfrm>
              <a:off x="9388934" y="554516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Oval 60"/>
            <p:cNvSpPr/>
            <p:nvPr/>
          </p:nvSpPr>
          <p:spPr>
            <a:xfrm>
              <a:off x="9388934" y="583777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0" name="Connector 106"/>
            <p:cNvCxnSpPr/>
            <p:nvPr/>
          </p:nvCxnSpPr>
          <p:spPr>
            <a:xfrm>
              <a:off x="7679006" y="2093303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07"/>
            <p:cNvCxnSpPr/>
            <p:nvPr/>
          </p:nvCxnSpPr>
          <p:spPr>
            <a:xfrm>
              <a:off x="7679006" y="2093303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08"/>
            <p:cNvCxnSpPr/>
            <p:nvPr/>
          </p:nvCxnSpPr>
          <p:spPr>
            <a:xfrm>
              <a:off x="7679006" y="2093303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09"/>
            <p:cNvCxnSpPr/>
            <p:nvPr/>
          </p:nvCxnSpPr>
          <p:spPr>
            <a:xfrm>
              <a:off x="7679006" y="2093303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10"/>
            <p:cNvCxnSpPr/>
            <p:nvPr/>
          </p:nvCxnSpPr>
          <p:spPr>
            <a:xfrm>
              <a:off x="7679006" y="2093303"/>
              <a:ext cx="1709928" cy="351129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11"/>
            <p:cNvCxnSpPr/>
            <p:nvPr/>
          </p:nvCxnSpPr>
          <p:spPr>
            <a:xfrm flipV="1">
              <a:off x="7679006" y="2093303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12"/>
            <p:cNvCxnSpPr/>
            <p:nvPr/>
          </p:nvCxnSpPr>
          <p:spPr>
            <a:xfrm>
              <a:off x="7679006" y="2971127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13"/>
            <p:cNvCxnSpPr/>
            <p:nvPr/>
          </p:nvCxnSpPr>
          <p:spPr>
            <a:xfrm>
              <a:off x="7679006" y="2971127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14"/>
            <p:cNvCxnSpPr/>
            <p:nvPr/>
          </p:nvCxnSpPr>
          <p:spPr>
            <a:xfrm>
              <a:off x="7679006" y="2971127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15"/>
            <p:cNvCxnSpPr/>
            <p:nvPr/>
          </p:nvCxnSpPr>
          <p:spPr>
            <a:xfrm>
              <a:off x="7679006" y="2971127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16"/>
            <p:cNvCxnSpPr/>
            <p:nvPr/>
          </p:nvCxnSpPr>
          <p:spPr>
            <a:xfrm flipV="1">
              <a:off x="7679006" y="2093303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17"/>
            <p:cNvCxnSpPr/>
            <p:nvPr/>
          </p:nvCxnSpPr>
          <p:spPr>
            <a:xfrm flipV="1">
              <a:off x="7679006" y="2971127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18"/>
            <p:cNvCxnSpPr/>
            <p:nvPr/>
          </p:nvCxnSpPr>
          <p:spPr>
            <a:xfrm>
              <a:off x="7679006" y="3848951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19"/>
            <p:cNvCxnSpPr/>
            <p:nvPr/>
          </p:nvCxnSpPr>
          <p:spPr>
            <a:xfrm>
              <a:off x="7679006" y="3848951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20"/>
            <p:cNvCxnSpPr/>
            <p:nvPr/>
          </p:nvCxnSpPr>
          <p:spPr>
            <a:xfrm>
              <a:off x="7679006" y="3848951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21"/>
            <p:cNvCxnSpPr/>
            <p:nvPr/>
          </p:nvCxnSpPr>
          <p:spPr>
            <a:xfrm flipV="1">
              <a:off x="7679006" y="2093303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22"/>
            <p:cNvCxnSpPr/>
            <p:nvPr/>
          </p:nvCxnSpPr>
          <p:spPr>
            <a:xfrm flipV="1">
              <a:off x="7679006" y="2971127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23"/>
            <p:cNvCxnSpPr/>
            <p:nvPr/>
          </p:nvCxnSpPr>
          <p:spPr>
            <a:xfrm flipV="1">
              <a:off x="7679006" y="3848951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24"/>
            <p:cNvCxnSpPr/>
            <p:nvPr/>
          </p:nvCxnSpPr>
          <p:spPr>
            <a:xfrm>
              <a:off x="7679006" y="4726775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25"/>
            <p:cNvCxnSpPr/>
            <p:nvPr/>
          </p:nvCxnSpPr>
          <p:spPr>
            <a:xfrm>
              <a:off x="7679006" y="4726775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26"/>
            <p:cNvCxnSpPr/>
            <p:nvPr/>
          </p:nvCxnSpPr>
          <p:spPr>
            <a:xfrm flipV="1">
              <a:off x="7679006" y="2093303"/>
              <a:ext cx="1709928" cy="351129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27"/>
            <p:cNvCxnSpPr/>
            <p:nvPr/>
          </p:nvCxnSpPr>
          <p:spPr>
            <a:xfrm flipV="1">
              <a:off x="7679006" y="2971127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28"/>
            <p:cNvCxnSpPr/>
            <p:nvPr/>
          </p:nvCxnSpPr>
          <p:spPr>
            <a:xfrm flipV="1">
              <a:off x="7679006" y="3848951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29"/>
            <p:cNvCxnSpPr/>
            <p:nvPr/>
          </p:nvCxnSpPr>
          <p:spPr>
            <a:xfrm flipV="1">
              <a:off x="7679006" y="4726775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or 130"/>
            <p:cNvCxnSpPr/>
            <p:nvPr/>
          </p:nvCxnSpPr>
          <p:spPr>
            <a:xfrm>
              <a:off x="7679006" y="5604599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611E9136-A30C-7507-649E-649E763589F5}"/>
              </a:ext>
            </a:extLst>
          </p:cNvPr>
          <p:cNvGrpSpPr/>
          <p:nvPr/>
        </p:nvGrpSpPr>
        <p:grpSpPr>
          <a:xfrm>
            <a:off x="9442542" y="1143000"/>
            <a:ext cx="652869" cy="3929209"/>
            <a:chOff x="7360051" y="1102064"/>
            <a:chExt cx="3172968" cy="3927349"/>
          </a:xfrm>
        </p:grpSpPr>
        <p:cxnSp>
          <p:nvCxnSpPr>
            <p:cNvPr id="155" name="Connector 131"/>
            <p:cNvCxnSpPr/>
            <p:nvPr/>
          </p:nvCxnSpPr>
          <p:spPr>
            <a:xfrm flipV="1">
              <a:off x="7360051" y="1102064"/>
              <a:ext cx="3172968" cy="416053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 132"/>
            <p:cNvCxnSpPr/>
            <p:nvPr/>
          </p:nvCxnSpPr>
          <p:spPr>
            <a:xfrm>
              <a:off x="7360051" y="1518117"/>
              <a:ext cx="3172968" cy="55321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 133"/>
            <p:cNvCxnSpPr/>
            <p:nvPr/>
          </p:nvCxnSpPr>
          <p:spPr>
            <a:xfrm>
              <a:off x="7360051" y="1518117"/>
              <a:ext cx="3172968" cy="152247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or 134"/>
            <p:cNvCxnSpPr/>
            <p:nvPr/>
          </p:nvCxnSpPr>
          <p:spPr>
            <a:xfrm>
              <a:off x="7360051" y="1518117"/>
              <a:ext cx="3172968" cy="249174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35"/>
            <p:cNvCxnSpPr/>
            <p:nvPr/>
          </p:nvCxnSpPr>
          <p:spPr>
            <a:xfrm>
              <a:off x="7360051" y="1518117"/>
              <a:ext cx="3172968" cy="346100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36"/>
            <p:cNvCxnSpPr/>
            <p:nvPr/>
          </p:nvCxnSpPr>
          <p:spPr>
            <a:xfrm flipV="1">
              <a:off x="7360051" y="1102064"/>
              <a:ext cx="3172968" cy="1293877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37"/>
            <p:cNvCxnSpPr/>
            <p:nvPr/>
          </p:nvCxnSpPr>
          <p:spPr>
            <a:xfrm flipV="1">
              <a:off x="7360051" y="2071329"/>
              <a:ext cx="3172968" cy="32461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38"/>
            <p:cNvCxnSpPr/>
            <p:nvPr/>
          </p:nvCxnSpPr>
          <p:spPr>
            <a:xfrm>
              <a:off x="7360051" y="2395941"/>
              <a:ext cx="3172968" cy="64465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39"/>
            <p:cNvCxnSpPr/>
            <p:nvPr/>
          </p:nvCxnSpPr>
          <p:spPr>
            <a:xfrm>
              <a:off x="7360051" y="2395941"/>
              <a:ext cx="3172968" cy="161391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40"/>
            <p:cNvCxnSpPr/>
            <p:nvPr/>
          </p:nvCxnSpPr>
          <p:spPr>
            <a:xfrm>
              <a:off x="7360051" y="2395941"/>
              <a:ext cx="3172968" cy="258318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41"/>
            <p:cNvCxnSpPr/>
            <p:nvPr/>
          </p:nvCxnSpPr>
          <p:spPr>
            <a:xfrm flipV="1">
              <a:off x="7360051" y="1102064"/>
              <a:ext cx="3172968" cy="2171701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42"/>
            <p:cNvCxnSpPr/>
            <p:nvPr/>
          </p:nvCxnSpPr>
          <p:spPr>
            <a:xfrm flipV="1">
              <a:off x="7360051" y="2071329"/>
              <a:ext cx="3172968" cy="120243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43"/>
            <p:cNvCxnSpPr/>
            <p:nvPr/>
          </p:nvCxnSpPr>
          <p:spPr>
            <a:xfrm flipV="1">
              <a:off x="7360051" y="3040593"/>
              <a:ext cx="3172968" cy="2331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44"/>
            <p:cNvCxnSpPr/>
            <p:nvPr/>
          </p:nvCxnSpPr>
          <p:spPr>
            <a:xfrm>
              <a:off x="7360051" y="3273765"/>
              <a:ext cx="3172968" cy="73609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45"/>
            <p:cNvCxnSpPr/>
            <p:nvPr/>
          </p:nvCxnSpPr>
          <p:spPr>
            <a:xfrm>
              <a:off x="7360051" y="3273765"/>
              <a:ext cx="3172968" cy="170535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46"/>
            <p:cNvCxnSpPr/>
            <p:nvPr/>
          </p:nvCxnSpPr>
          <p:spPr>
            <a:xfrm flipV="1">
              <a:off x="7360051" y="1102064"/>
              <a:ext cx="3172968" cy="3049525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47"/>
            <p:cNvCxnSpPr/>
            <p:nvPr/>
          </p:nvCxnSpPr>
          <p:spPr>
            <a:xfrm flipV="1">
              <a:off x="7360051" y="2071329"/>
              <a:ext cx="3172968" cy="208026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48"/>
            <p:cNvCxnSpPr/>
            <p:nvPr/>
          </p:nvCxnSpPr>
          <p:spPr>
            <a:xfrm flipV="1">
              <a:off x="7360051" y="3040593"/>
              <a:ext cx="3172968" cy="111099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149"/>
            <p:cNvCxnSpPr/>
            <p:nvPr/>
          </p:nvCxnSpPr>
          <p:spPr>
            <a:xfrm flipV="1">
              <a:off x="7360051" y="4009857"/>
              <a:ext cx="3172968" cy="14173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150"/>
            <p:cNvCxnSpPr/>
            <p:nvPr/>
          </p:nvCxnSpPr>
          <p:spPr>
            <a:xfrm>
              <a:off x="7360051" y="4151589"/>
              <a:ext cx="3172968" cy="82753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151"/>
            <p:cNvCxnSpPr/>
            <p:nvPr/>
          </p:nvCxnSpPr>
          <p:spPr>
            <a:xfrm flipV="1">
              <a:off x="7360051" y="1102064"/>
              <a:ext cx="3172968" cy="3927349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ctor 152"/>
            <p:cNvCxnSpPr/>
            <p:nvPr/>
          </p:nvCxnSpPr>
          <p:spPr>
            <a:xfrm flipV="1">
              <a:off x="7360051" y="2071329"/>
              <a:ext cx="3172968" cy="295808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ctor 153"/>
            <p:cNvCxnSpPr/>
            <p:nvPr/>
          </p:nvCxnSpPr>
          <p:spPr>
            <a:xfrm flipV="1">
              <a:off x="7360051" y="3040593"/>
              <a:ext cx="3172968" cy="198882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ctor 154"/>
            <p:cNvCxnSpPr/>
            <p:nvPr/>
          </p:nvCxnSpPr>
          <p:spPr>
            <a:xfrm flipV="1">
              <a:off x="7360051" y="4009857"/>
              <a:ext cx="3172968" cy="101955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ctor 155"/>
            <p:cNvCxnSpPr/>
            <p:nvPr/>
          </p:nvCxnSpPr>
          <p:spPr>
            <a:xfrm flipV="1">
              <a:off x="7360051" y="4979121"/>
              <a:ext cx="3172968" cy="5029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2FC363-4922-1E12-B758-6679EF378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8" r="62667" b="23978"/>
          <a:stretch/>
        </p:blipFill>
        <p:spPr>
          <a:xfrm>
            <a:off x="3822700" y="463897"/>
            <a:ext cx="2273300" cy="274398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0FA6251-8FAA-26BA-6757-0733975AA068}"/>
              </a:ext>
            </a:extLst>
          </p:cNvPr>
          <p:cNvSpPr txBox="1"/>
          <p:nvPr/>
        </p:nvSpPr>
        <p:spPr>
          <a:xfrm>
            <a:off x="5549900" y="72074"/>
            <a:ext cx="109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Eco Sans Bold"/>
              </a:rPr>
              <a:t>1960</a:t>
            </a:r>
            <a:endParaRPr lang="en-US" sz="2800" b="1" dirty="0">
              <a:latin typeface="Eco Sans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5B0DB4-2CE5-838B-2F06-169EC357D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667" r="3238" b="23978"/>
          <a:stretch/>
        </p:blipFill>
        <p:spPr>
          <a:xfrm>
            <a:off x="6235700" y="504802"/>
            <a:ext cx="2273300" cy="27439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1B9D51-26AC-500E-C441-558F50639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81" t="74444" r="69714"/>
          <a:stretch/>
        </p:blipFill>
        <p:spPr>
          <a:xfrm>
            <a:off x="2362200" y="806103"/>
            <a:ext cx="1460500" cy="9224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DC3DD6B-EDA9-7970-CDAA-69D20CC8CE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430" t="76467" r="8761"/>
          <a:stretch/>
        </p:blipFill>
        <p:spPr>
          <a:xfrm>
            <a:off x="8623300" y="774700"/>
            <a:ext cx="1320800" cy="849419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E5D4ABCC-DB12-B7D1-67A6-239A5A80189C}"/>
              </a:ext>
            </a:extLst>
          </p:cNvPr>
          <p:cNvGrpSpPr/>
          <p:nvPr/>
        </p:nvGrpSpPr>
        <p:grpSpPr>
          <a:xfrm>
            <a:off x="2819400" y="3202345"/>
            <a:ext cx="7797800" cy="2743987"/>
            <a:chOff x="2819400" y="3202345"/>
            <a:chExt cx="7797800" cy="274398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675D6EB-0121-0FCD-E9C4-3BC9B80A4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1501" y="3202345"/>
              <a:ext cx="5689600" cy="2743987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4322371-C8C4-5004-EAE2-7B33F94C8BCD}"/>
                </a:ext>
              </a:extLst>
            </p:cNvPr>
            <p:cNvSpPr txBox="1"/>
            <p:nvPr/>
          </p:nvSpPr>
          <p:spPr>
            <a:xfrm>
              <a:off x="8693150" y="3583811"/>
              <a:ext cx="19240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2400" dirty="0" err="1">
                  <a:latin typeface="Eco Sans Bold"/>
                </a:rPr>
                <a:t>Corteza</a:t>
              </a:r>
              <a:r>
                <a:rPr lang="en-US" sz="2400" dirty="0">
                  <a:latin typeface="Eco Sans Bold"/>
                </a:rPr>
                <a:t> visual occipital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DBFE0E8-F4A6-DDEA-AD14-4069502B3444}"/>
                </a:ext>
              </a:extLst>
            </p:cNvPr>
            <p:cNvSpPr txBox="1"/>
            <p:nvPr/>
          </p:nvSpPr>
          <p:spPr>
            <a:xfrm>
              <a:off x="2819400" y="4091642"/>
              <a:ext cx="10033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Eco Sans Bold"/>
                </a:rPr>
                <a:t>Ojo </a:t>
              </a:r>
            </a:p>
            <a:p>
              <a:pPr algn="ctr"/>
              <a:r>
                <a:rPr lang="es-CO" sz="2400" b="1" dirty="0">
                  <a:latin typeface="Eco Sans Bold"/>
                </a:rPr>
                <a:t>retina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472D527-913C-C985-9B97-35F78AE051A4}"/>
                </a:ext>
              </a:extLst>
            </p:cNvPr>
            <p:cNvSpPr txBox="1"/>
            <p:nvPr/>
          </p:nvSpPr>
          <p:spPr>
            <a:xfrm>
              <a:off x="5880100" y="3638141"/>
              <a:ext cx="15684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400" b="1" dirty="0">
                  <a:solidFill>
                    <a:schemeClr val="bg1"/>
                  </a:solidFill>
                  <a:latin typeface="Eco Sans Bold"/>
                </a:rPr>
                <a:t>Nervio óptico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69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3D94638-AD0C-9463-D19E-2E9727706C3D}"/>
              </a:ext>
            </a:extLst>
          </p:cNvPr>
          <p:cNvGrpSpPr/>
          <p:nvPr/>
        </p:nvGrpSpPr>
        <p:grpSpPr>
          <a:xfrm>
            <a:off x="2540000" y="154345"/>
            <a:ext cx="7797800" cy="2743987"/>
            <a:chOff x="2819400" y="3202345"/>
            <a:chExt cx="7797800" cy="2743987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2F0F10D-F269-88F6-1FD6-7CFA916E8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1501" y="3202345"/>
              <a:ext cx="5689600" cy="2743987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207D9C6-EC35-C7E7-171D-D20D43D89A46}"/>
                </a:ext>
              </a:extLst>
            </p:cNvPr>
            <p:cNvSpPr txBox="1"/>
            <p:nvPr/>
          </p:nvSpPr>
          <p:spPr>
            <a:xfrm>
              <a:off x="8693150" y="3583811"/>
              <a:ext cx="19240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400" dirty="0">
                  <a:latin typeface="Eco Sans Bold"/>
                </a:rPr>
                <a:t>Corteza visual occipital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A081EC8F-A917-70BE-F70D-BA3708A8B28A}"/>
                </a:ext>
              </a:extLst>
            </p:cNvPr>
            <p:cNvSpPr txBox="1"/>
            <p:nvPr/>
          </p:nvSpPr>
          <p:spPr>
            <a:xfrm>
              <a:off x="2819400" y="4091642"/>
              <a:ext cx="10033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Eco Sans Bold"/>
                </a:rPr>
                <a:t>Ojo </a:t>
              </a:r>
            </a:p>
            <a:p>
              <a:pPr algn="ctr"/>
              <a:r>
                <a:rPr lang="es-CO" sz="2400" b="1" dirty="0">
                  <a:latin typeface="Eco Sans Bold"/>
                </a:rPr>
                <a:t>retina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9E0B115-9EEA-0DBE-14F4-C07C759489AF}"/>
                </a:ext>
              </a:extLst>
            </p:cNvPr>
            <p:cNvSpPr txBox="1"/>
            <p:nvPr/>
          </p:nvSpPr>
          <p:spPr>
            <a:xfrm>
              <a:off x="5880100" y="3638141"/>
              <a:ext cx="15684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400" b="1" dirty="0">
                  <a:solidFill>
                    <a:schemeClr val="bg1"/>
                  </a:solidFill>
                  <a:latin typeface="Eco Sans Bold"/>
                </a:rPr>
                <a:t>Nervio óptico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BD12E03-9A16-3AC3-0E70-5F02823F3D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386"/>
          <a:stretch/>
        </p:blipFill>
        <p:spPr>
          <a:xfrm>
            <a:off x="993776" y="1421138"/>
            <a:ext cx="1657350" cy="17046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7E32ADE-9EA1-393E-21CD-CE06752894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17" r="-1"/>
          <a:stretch/>
        </p:blipFill>
        <p:spPr>
          <a:xfrm>
            <a:off x="8606087" y="1384012"/>
            <a:ext cx="2044245" cy="198146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6F29BDD-836B-EB4B-1BE0-C84D1A21B6A2}"/>
              </a:ext>
            </a:extLst>
          </p:cNvPr>
          <p:cNvSpPr txBox="1"/>
          <p:nvPr/>
        </p:nvSpPr>
        <p:spPr>
          <a:xfrm>
            <a:off x="5054600" y="3073400"/>
            <a:ext cx="186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VISIÓN HUMANA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65F207-5113-381F-1C73-98385E019D97}"/>
              </a:ext>
            </a:extLst>
          </p:cNvPr>
          <p:cNvSpPr txBox="1"/>
          <p:nvPr/>
        </p:nvSpPr>
        <p:spPr>
          <a:xfrm>
            <a:off x="1921375" y="3741128"/>
            <a:ext cx="189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PROCESAMIENTO                          INICIAL                      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F5BB190-66D0-ABE9-B016-F01F6AD511CC}"/>
              </a:ext>
            </a:extLst>
          </p:cNvPr>
          <p:cNvSpPr txBox="1"/>
          <p:nvPr/>
        </p:nvSpPr>
        <p:spPr>
          <a:xfrm>
            <a:off x="460076" y="3880828"/>
            <a:ext cx="1274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👁️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Eco Sans Bold"/>
              </a:rPr>
              <a:t>RETINA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96C571-E025-1043-03E6-D854913BB448}"/>
                  </a:ext>
                </a:extLst>
              </p:cNvPr>
              <p:cNvSpPr txBox="1"/>
              <p:nvPr/>
            </p:nvSpPr>
            <p:spPr>
              <a:xfrm>
                <a:off x="1630993" y="3868348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96C571-E025-1043-03E6-D854913BB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993" y="3868348"/>
                <a:ext cx="382916" cy="369332"/>
              </a:xfrm>
              <a:prstGeom prst="rect">
                <a:avLst/>
              </a:prstGeom>
              <a:blipFill>
                <a:blip r:embed="rId4"/>
                <a:stretch>
                  <a:fillRect t="-10000" r="-274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C90B1B7-B92F-9462-6240-2FD0429195CC}"/>
                  </a:ext>
                </a:extLst>
              </p:cNvPr>
              <p:cNvSpPr txBox="1"/>
              <p:nvPr/>
            </p:nvSpPr>
            <p:spPr>
              <a:xfrm>
                <a:off x="3736976" y="3860393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C90B1B7-B92F-9462-6240-2FD042919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6" y="3860393"/>
                <a:ext cx="382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08AD6798-ED11-E574-ECCC-BF8BF0F37E3E}"/>
              </a:ext>
            </a:extLst>
          </p:cNvPr>
          <p:cNvSpPr txBox="1"/>
          <p:nvPr/>
        </p:nvSpPr>
        <p:spPr>
          <a:xfrm>
            <a:off x="4000541" y="3741128"/>
            <a:ext cx="189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CARACTERÍSTICAS SIMPLES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338AB72-D37E-23A3-54C2-35E899FF2885}"/>
              </a:ext>
            </a:extLst>
          </p:cNvPr>
          <p:cNvSpPr txBox="1"/>
          <p:nvPr/>
        </p:nvSpPr>
        <p:spPr>
          <a:xfrm>
            <a:off x="6079707" y="3741128"/>
            <a:ext cx="189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CARACTERÍSTICAS INTERMEDIAS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6ED76FB-7AC6-47A3-F1E0-44B5E91F233D}"/>
              </a:ext>
            </a:extLst>
          </p:cNvPr>
          <p:cNvSpPr txBox="1"/>
          <p:nvPr/>
        </p:nvSpPr>
        <p:spPr>
          <a:xfrm>
            <a:off x="8158873" y="3741128"/>
            <a:ext cx="1892300" cy="64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CARACTERÍSTICAS COMPLEJAS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EDF4824-A7D8-2D51-6926-B24BEC7DEB34}"/>
              </a:ext>
            </a:extLst>
          </p:cNvPr>
          <p:cNvSpPr txBox="1"/>
          <p:nvPr/>
        </p:nvSpPr>
        <p:spPr>
          <a:xfrm>
            <a:off x="10238038" y="3741128"/>
            <a:ext cx="1953962" cy="64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Eco Sans Bold"/>
              </a:rPr>
              <a:t>RECONOCIMIENTO VISUAL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0B65152-80FF-D39D-24FE-8615FA600D3A}"/>
                  </a:ext>
                </a:extLst>
              </p:cNvPr>
              <p:cNvSpPr txBox="1"/>
              <p:nvPr/>
            </p:nvSpPr>
            <p:spPr>
              <a:xfrm>
                <a:off x="5796592" y="3916196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0B65152-80FF-D39D-24FE-8615FA600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592" y="3916196"/>
                <a:ext cx="382916" cy="369332"/>
              </a:xfrm>
              <a:prstGeom prst="rect">
                <a:avLst/>
              </a:prstGeom>
              <a:blipFill>
                <a:blip r:embed="rId6"/>
                <a:stretch>
                  <a:fillRect t="-8197" r="-253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31264D8-87FB-A15D-4D62-DDC43EAA4A2E}"/>
                  </a:ext>
                </a:extLst>
              </p:cNvPr>
              <p:cNvSpPr txBox="1"/>
              <p:nvPr/>
            </p:nvSpPr>
            <p:spPr>
              <a:xfrm>
                <a:off x="7856208" y="3916196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31264D8-87FB-A15D-4D62-DDC43EAA4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208" y="3916196"/>
                <a:ext cx="382916" cy="369332"/>
              </a:xfrm>
              <a:prstGeom prst="rect">
                <a:avLst/>
              </a:prstGeom>
              <a:blipFill>
                <a:blip r:embed="rId7"/>
                <a:stretch>
                  <a:fillRect t="-8197" r="-253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7EACE25-4BD2-7772-2290-934E44416CFD}"/>
                  </a:ext>
                </a:extLst>
              </p:cNvPr>
              <p:cNvSpPr txBox="1"/>
              <p:nvPr/>
            </p:nvSpPr>
            <p:spPr>
              <a:xfrm>
                <a:off x="9954884" y="3918872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7EACE25-4BD2-7772-2290-934E44416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884" y="3918872"/>
                <a:ext cx="382916" cy="369332"/>
              </a:xfrm>
              <a:prstGeom prst="rect">
                <a:avLst/>
              </a:prstGeom>
              <a:blipFill>
                <a:blip r:embed="rId8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1">
            <a:extLst>
              <a:ext uri="{FF2B5EF4-FFF2-40B4-BE49-F238E27FC236}">
                <a16:creationId xmlns:a16="http://schemas.microsoft.com/office/drawing/2014/main" id="{A1B880EC-AE55-46D5-0C8B-6291E89F8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57" y="4957875"/>
            <a:ext cx="12634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🖼️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/>
              </a:rPr>
              <a:t> </a:t>
            </a: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Eco Sans Bold"/>
              </a:rPr>
              <a:t>IMAGEN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4443737-3C9B-ED1B-8B7C-579CE88D8AB9}"/>
                  </a:ext>
                </a:extLst>
              </p:cNvPr>
              <p:cNvSpPr txBox="1"/>
              <p:nvPr/>
            </p:nvSpPr>
            <p:spPr>
              <a:xfrm>
                <a:off x="1652768" y="4961273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4443737-3C9B-ED1B-8B7C-579CE88D8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68" y="4961273"/>
                <a:ext cx="382916" cy="369332"/>
              </a:xfrm>
              <a:prstGeom prst="rect">
                <a:avLst/>
              </a:prstGeom>
              <a:blipFill>
                <a:blip r:embed="rId9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4C6D2ED-87DE-8312-C744-E89D20C99CDA}"/>
                  </a:ext>
                </a:extLst>
              </p:cNvPr>
              <p:cNvSpPr txBox="1"/>
              <p:nvPr/>
            </p:nvSpPr>
            <p:spPr>
              <a:xfrm>
                <a:off x="3610702" y="4953318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4C6D2ED-87DE-8312-C744-E89D20C99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702" y="4953318"/>
                <a:ext cx="382916" cy="369332"/>
              </a:xfrm>
              <a:prstGeom prst="rect">
                <a:avLst/>
              </a:prstGeom>
              <a:blipFill>
                <a:blip r:embed="rId10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4C77255-C8AF-C528-F451-0D061D665135}"/>
                  </a:ext>
                </a:extLst>
              </p:cNvPr>
              <p:cNvSpPr txBox="1"/>
              <p:nvPr/>
            </p:nvSpPr>
            <p:spPr>
              <a:xfrm>
                <a:off x="5670318" y="5009121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4C77255-C8AF-C528-F451-0D061D66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318" y="5009121"/>
                <a:ext cx="382916" cy="369332"/>
              </a:xfrm>
              <a:prstGeom prst="rect">
                <a:avLst/>
              </a:prstGeom>
              <a:blipFill>
                <a:blip r:embed="rId11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0B190CD-9D1F-D21B-87C0-1791863B21B7}"/>
                  </a:ext>
                </a:extLst>
              </p:cNvPr>
              <p:cNvSpPr txBox="1"/>
              <p:nvPr/>
            </p:nvSpPr>
            <p:spPr>
              <a:xfrm>
                <a:off x="7729934" y="5009121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0B190CD-9D1F-D21B-87C0-1791863B2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934" y="5009121"/>
                <a:ext cx="382916" cy="369332"/>
              </a:xfrm>
              <a:prstGeom prst="rect">
                <a:avLst/>
              </a:prstGeom>
              <a:blipFill>
                <a:blip r:embed="rId12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D5E9E19-E86A-00F8-1A73-C20D93F050C2}"/>
                  </a:ext>
                </a:extLst>
              </p:cNvPr>
              <p:cNvSpPr txBox="1"/>
              <p:nvPr/>
            </p:nvSpPr>
            <p:spPr>
              <a:xfrm>
                <a:off x="9828610" y="5011797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D5E9E19-E86A-00F8-1A73-C20D93F0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610" y="5011797"/>
                <a:ext cx="38291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2">
            <a:extLst>
              <a:ext uri="{FF2B5EF4-FFF2-40B4-BE49-F238E27FC236}">
                <a16:creationId xmlns:a16="http://schemas.microsoft.com/office/drawing/2014/main" id="{B27CFECF-ADF7-95E4-2C5B-B2C0BF4A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060" y="4786601"/>
            <a:ext cx="18922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Eco Sans Bold"/>
              </a:rPr>
              <a:t>CONVOLUCIONES INICIALES 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AE12441F-479B-8B31-06AD-710D9399F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465" y="4807384"/>
            <a:ext cx="12568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Eco Sans Bold"/>
              </a:rPr>
              <a:t>BORDES Y LÍNEAS </a:t>
            </a: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ADDB2EFE-790D-5C02-D4F7-0D7B5F6F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844" y="4886010"/>
            <a:ext cx="12388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Eco Sans Bold"/>
              </a:rPr>
              <a:t>TEXTURAS Y FORMAS 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CC85E03B-59AF-BB07-FC68-14BF7DC2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913" y="4858868"/>
            <a:ext cx="14806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Eco Sans Bold"/>
              </a:rPr>
              <a:t>PATRONES COMPLEJOS 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4DD8D79C-1458-AB1F-984E-918F43DD7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7800" y="4961272"/>
            <a:ext cx="15956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Eco Sans Bold"/>
              </a:rPr>
              <a:t>CLASIFICACIÓN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CDF58D0-BD9E-2CA0-BCC6-256A188166FE}"/>
              </a:ext>
            </a:extLst>
          </p:cNvPr>
          <p:cNvSpPr txBox="1"/>
          <p:nvPr/>
        </p:nvSpPr>
        <p:spPr>
          <a:xfrm>
            <a:off x="3071949" y="3246511"/>
            <a:ext cx="61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Eco Sans Bold"/>
              </a:rPr>
              <a:t>COMPLEJOS </a:t>
            </a:r>
            <a:endParaRPr lang="en-US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7AA0609E-7CD0-58DA-BD46-370CB7D8172A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4914" r="54298"/>
          <a:stretch/>
        </p:blipFill>
        <p:spPr>
          <a:xfrm>
            <a:off x="18303" y="1952615"/>
            <a:ext cx="1003300" cy="101799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37FED5B4-BB55-64BF-C5C6-38D1C965C2A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55407" r="5195"/>
          <a:stretch/>
        </p:blipFill>
        <p:spPr>
          <a:xfrm>
            <a:off x="10847294" y="1829680"/>
            <a:ext cx="1086182" cy="1140927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4AF0C195-6F29-A3D1-2274-234838AC6760}"/>
              </a:ext>
            </a:extLst>
          </p:cNvPr>
          <p:cNvSpPr txBox="1"/>
          <p:nvPr/>
        </p:nvSpPr>
        <p:spPr>
          <a:xfrm>
            <a:off x="42933" y="3068253"/>
            <a:ext cx="9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Simples</a:t>
            </a:r>
            <a:endParaRPr lang="en-US" b="1" dirty="0">
              <a:latin typeface="Eco Sans Bold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D737197-511E-6D5D-A03A-07B5CCCA23B8}"/>
              </a:ext>
            </a:extLst>
          </p:cNvPr>
          <p:cNvSpPr txBox="1"/>
          <p:nvPr/>
        </p:nvSpPr>
        <p:spPr>
          <a:xfrm>
            <a:off x="10798016" y="2950772"/>
            <a:ext cx="118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Complejas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75401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4AC5DE-4483-2419-FA36-6C3C148DC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106" y="1769324"/>
            <a:ext cx="5120640" cy="22541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655DA27-7506-EAEE-EF0F-95C0055EB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" y="132916"/>
            <a:ext cx="4480790" cy="1972496"/>
          </a:xfrm>
          <a:prstGeom prst="rect">
            <a:avLst/>
          </a:prstGeom>
        </p:spPr>
      </p:pic>
      <p:grpSp>
        <p:nvGrpSpPr>
          <p:cNvPr id="81" name="Grupo 80">
            <a:extLst>
              <a:ext uri="{FF2B5EF4-FFF2-40B4-BE49-F238E27FC236}">
                <a16:creationId xmlns:a16="http://schemas.microsoft.com/office/drawing/2014/main" id="{7D863AD2-F5E8-5F2E-A7C8-D9721F95A9A5}"/>
              </a:ext>
            </a:extLst>
          </p:cNvPr>
          <p:cNvGrpSpPr/>
          <p:nvPr/>
        </p:nvGrpSpPr>
        <p:grpSpPr>
          <a:xfrm>
            <a:off x="4783112" y="4000463"/>
            <a:ext cx="7315843" cy="2781581"/>
            <a:chOff x="1597150" y="2038209"/>
            <a:chExt cx="7315843" cy="2781581"/>
          </a:xfrm>
        </p:grpSpPr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CC4BEBEC-DB03-0047-25A0-A63B5D48AB18}"/>
                </a:ext>
              </a:extLst>
            </p:cNvPr>
            <p:cNvGrpSpPr/>
            <p:nvPr/>
          </p:nvGrpSpPr>
          <p:grpSpPr>
            <a:xfrm>
              <a:off x="1597150" y="2431439"/>
              <a:ext cx="2057531" cy="1886027"/>
              <a:chOff x="2194560" y="461554"/>
              <a:chExt cx="5878286" cy="5650436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479A521D-4F87-23F2-A575-F2E844C229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476" t="17609" r="7395"/>
              <a:stretch/>
            </p:blipFill>
            <p:spPr>
              <a:xfrm>
                <a:off x="2194560" y="461554"/>
                <a:ext cx="5878286" cy="5650436"/>
              </a:xfrm>
              <a:prstGeom prst="rect">
                <a:avLst/>
              </a:prstGeom>
            </p:spPr>
          </p:pic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9369FE3F-F733-4E00-3576-E74E54C0761A}"/>
                  </a:ext>
                </a:extLst>
              </p:cNvPr>
              <p:cNvSpPr/>
              <p:nvPr/>
            </p:nvSpPr>
            <p:spPr>
              <a:xfrm>
                <a:off x="2314821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4CB25B60-3828-495C-3F74-251DD7228FC6}"/>
                  </a:ext>
                </a:extLst>
              </p:cNvPr>
              <p:cNvSpPr/>
              <p:nvPr/>
            </p:nvSpPr>
            <p:spPr>
              <a:xfrm>
                <a:off x="3262784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CB78A725-9C9A-AAA1-D9FE-F63486FDEF4E}"/>
                  </a:ext>
                </a:extLst>
              </p:cNvPr>
              <p:cNvSpPr/>
              <p:nvPr/>
            </p:nvSpPr>
            <p:spPr>
              <a:xfrm>
                <a:off x="4239946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B4FF50ED-7E9E-0CEA-E48A-5CE9A101A9E6}"/>
                  </a:ext>
                </a:extLst>
              </p:cNvPr>
              <p:cNvSpPr/>
              <p:nvPr/>
            </p:nvSpPr>
            <p:spPr>
              <a:xfrm>
                <a:off x="5217108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F17534ED-DBF2-B23D-70EF-A36B8DDEDC9E}"/>
                  </a:ext>
                </a:extLst>
              </p:cNvPr>
              <p:cNvSpPr/>
              <p:nvPr/>
            </p:nvSpPr>
            <p:spPr>
              <a:xfrm>
                <a:off x="6194270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6BABCD64-2EBB-24BC-D25B-22B8BD987188}"/>
                  </a:ext>
                </a:extLst>
              </p:cNvPr>
              <p:cNvSpPr/>
              <p:nvPr/>
            </p:nvSpPr>
            <p:spPr>
              <a:xfrm>
                <a:off x="7181943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61C87840-4198-3AE6-2430-8D07884ADF63}"/>
                  </a:ext>
                </a:extLst>
              </p:cNvPr>
              <p:cNvSpPr/>
              <p:nvPr/>
            </p:nvSpPr>
            <p:spPr>
              <a:xfrm>
                <a:off x="2314821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96749D2A-6616-CE38-45F6-5C219ADEE246}"/>
                  </a:ext>
                </a:extLst>
              </p:cNvPr>
              <p:cNvSpPr/>
              <p:nvPr/>
            </p:nvSpPr>
            <p:spPr>
              <a:xfrm>
                <a:off x="3262784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ángulo 71">
                <a:extLst>
                  <a:ext uri="{FF2B5EF4-FFF2-40B4-BE49-F238E27FC236}">
                    <a16:creationId xmlns:a16="http://schemas.microsoft.com/office/drawing/2014/main" id="{435CF0D7-D006-0CA4-2B73-8556A408C5E1}"/>
                  </a:ext>
                </a:extLst>
              </p:cNvPr>
              <p:cNvSpPr/>
              <p:nvPr/>
            </p:nvSpPr>
            <p:spPr>
              <a:xfrm>
                <a:off x="4239946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ángulo 73">
                <a:extLst>
                  <a:ext uri="{FF2B5EF4-FFF2-40B4-BE49-F238E27FC236}">
                    <a16:creationId xmlns:a16="http://schemas.microsoft.com/office/drawing/2014/main" id="{F6620BF0-8E4C-AAD1-D85B-AD598845A252}"/>
                  </a:ext>
                </a:extLst>
              </p:cNvPr>
              <p:cNvSpPr/>
              <p:nvPr/>
            </p:nvSpPr>
            <p:spPr>
              <a:xfrm>
                <a:off x="5217108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ángulo 75">
                <a:extLst>
                  <a:ext uri="{FF2B5EF4-FFF2-40B4-BE49-F238E27FC236}">
                    <a16:creationId xmlns:a16="http://schemas.microsoft.com/office/drawing/2014/main" id="{2CC81A52-D24A-88FB-CBE8-1BB316B205CA}"/>
                  </a:ext>
                </a:extLst>
              </p:cNvPr>
              <p:cNvSpPr/>
              <p:nvPr/>
            </p:nvSpPr>
            <p:spPr>
              <a:xfrm>
                <a:off x="6194270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55DF6A75-932A-DEB5-511B-8D2428F53E30}"/>
                  </a:ext>
                </a:extLst>
              </p:cNvPr>
              <p:cNvSpPr/>
              <p:nvPr/>
            </p:nvSpPr>
            <p:spPr>
              <a:xfrm>
                <a:off x="7181943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96C71AE0-DE81-97BB-A560-3DDE71F48617}"/>
                  </a:ext>
                </a:extLst>
              </p:cNvPr>
              <p:cNvSpPr/>
              <p:nvPr/>
            </p:nvSpPr>
            <p:spPr>
              <a:xfrm>
                <a:off x="2314821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6C9AE2C3-FBA5-C8EE-18AF-5CF14F338BCF}"/>
                  </a:ext>
                </a:extLst>
              </p:cNvPr>
              <p:cNvSpPr/>
              <p:nvPr/>
            </p:nvSpPr>
            <p:spPr>
              <a:xfrm>
                <a:off x="3262784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310A7401-EAB6-7024-B553-26CE241914AF}"/>
                  </a:ext>
                </a:extLst>
              </p:cNvPr>
              <p:cNvSpPr/>
              <p:nvPr/>
            </p:nvSpPr>
            <p:spPr>
              <a:xfrm>
                <a:off x="4239946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4A1BB9BC-A031-021C-74D7-1E8F38EDCB9E}"/>
                  </a:ext>
                </a:extLst>
              </p:cNvPr>
              <p:cNvSpPr/>
              <p:nvPr/>
            </p:nvSpPr>
            <p:spPr>
              <a:xfrm>
                <a:off x="5217108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ángulo 86">
                <a:extLst>
                  <a:ext uri="{FF2B5EF4-FFF2-40B4-BE49-F238E27FC236}">
                    <a16:creationId xmlns:a16="http://schemas.microsoft.com/office/drawing/2014/main" id="{DF590796-CEE9-F82A-7539-8613D708245F}"/>
                  </a:ext>
                </a:extLst>
              </p:cNvPr>
              <p:cNvSpPr/>
              <p:nvPr/>
            </p:nvSpPr>
            <p:spPr>
              <a:xfrm>
                <a:off x="6194270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ángulo 87">
                <a:extLst>
                  <a:ext uri="{FF2B5EF4-FFF2-40B4-BE49-F238E27FC236}">
                    <a16:creationId xmlns:a16="http://schemas.microsoft.com/office/drawing/2014/main" id="{F1C22E30-B12F-0361-1136-CA4EFF4427DB}"/>
                  </a:ext>
                </a:extLst>
              </p:cNvPr>
              <p:cNvSpPr/>
              <p:nvPr/>
            </p:nvSpPr>
            <p:spPr>
              <a:xfrm>
                <a:off x="7181943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ángulo 88">
                <a:extLst>
                  <a:ext uri="{FF2B5EF4-FFF2-40B4-BE49-F238E27FC236}">
                    <a16:creationId xmlns:a16="http://schemas.microsoft.com/office/drawing/2014/main" id="{64E8486E-8B1A-0F4F-55D1-4207B24E47BF}"/>
                  </a:ext>
                </a:extLst>
              </p:cNvPr>
              <p:cNvSpPr/>
              <p:nvPr/>
            </p:nvSpPr>
            <p:spPr>
              <a:xfrm>
                <a:off x="2314821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ángulo 89">
                <a:extLst>
                  <a:ext uri="{FF2B5EF4-FFF2-40B4-BE49-F238E27FC236}">
                    <a16:creationId xmlns:a16="http://schemas.microsoft.com/office/drawing/2014/main" id="{61DD9F48-FBC8-17DE-9960-370A35B529E1}"/>
                  </a:ext>
                </a:extLst>
              </p:cNvPr>
              <p:cNvSpPr/>
              <p:nvPr/>
            </p:nvSpPr>
            <p:spPr>
              <a:xfrm>
                <a:off x="3262784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ángulo 90">
                <a:extLst>
                  <a:ext uri="{FF2B5EF4-FFF2-40B4-BE49-F238E27FC236}">
                    <a16:creationId xmlns:a16="http://schemas.microsoft.com/office/drawing/2014/main" id="{AA4928DC-2806-21E1-8D98-3E4A6F38D9AB}"/>
                  </a:ext>
                </a:extLst>
              </p:cNvPr>
              <p:cNvSpPr/>
              <p:nvPr/>
            </p:nvSpPr>
            <p:spPr>
              <a:xfrm>
                <a:off x="4239946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F5D7184B-75F1-F902-19FD-FF6963F80A4F}"/>
                  </a:ext>
                </a:extLst>
              </p:cNvPr>
              <p:cNvSpPr/>
              <p:nvPr/>
            </p:nvSpPr>
            <p:spPr>
              <a:xfrm>
                <a:off x="5217108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7F846041-2D36-1CBD-AE4A-AEE497EDD453}"/>
                  </a:ext>
                </a:extLst>
              </p:cNvPr>
              <p:cNvSpPr/>
              <p:nvPr/>
            </p:nvSpPr>
            <p:spPr>
              <a:xfrm>
                <a:off x="6194270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6B1EBCCE-75CA-413A-4DAD-4C4E556F118B}"/>
                  </a:ext>
                </a:extLst>
              </p:cNvPr>
              <p:cNvSpPr/>
              <p:nvPr/>
            </p:nvSpPr>
            <p:spPr>
              <a:xfrm>
                <a:off x="7181943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ángulo 94">
                <a:extLst>
                  <a:ext uri="{FF2B5EF4-FFF2-40B4-BE49-F238E27FC236}">
                    <a16:creationId xmlns:a16="http://schemas.microsoft.com/office/drawing/2014/main" id="{B8F28B7C-41F5-757C-F574-D26A487A51FE}"/>
                  </a:ext>
                </a:extLst>
              </p:cNvPr>
              <p:cNvSpPr/>
              <p:nvPr/>
            </p:nvSpPr>
            <p:spPr>
              <a:xfrm>
                <a:off x="2314821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ángulo 95">
                <a:extLst>
                  <a:ext uri="{FF2B5EF4-FFF2-40B4-BE49-F238E27FC236}">
                    <a16:creationId xmlns:a16="http://schemas.microsoft.com/office/drawing/2014/main" id="{EB827255-EA66-0AF1-BA29-69541BC8C0EC}"/>
                  </a:ext>
                </a:extLst>
              </p:cNvPr>
              <p:cNvSpPr/>
              <p:nvPr/>
            </p:nvSpPr>
            <p:spPr>
              <a:xfrm>
                <a:off x="3262784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ángulo 96">
                <a:extLst>
                  <a:ext uri="{FF2B5EF4-FFF2-40B4-BE49-F238E27FC236}">
                    <a16:creationId xmlns:a16="http://schemas.microsoft.com/office/drawing/2014/main" id="{6253E00C-0F05-8A4F-4DF7-08B3E9C8744F}"/>
                  </a:ext>
                </a:extLst>
              </p:cNvPr>
              <p:cNvSpPr/>
              <p:nvPr/>
            </p:nvSpPr>
            <p:spPr>
              <a:xfrm>
                <a:off x="4239946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FE7EA1E3-4E16-7FC0-0E10-033D08D08DB5}"/>
                  </a:ext>
                </a:extLst>
              </p:cNvPr>
              <p:cNvSpPr/>
              <p:nvPr/>
            </p:nvSpPr>
            <p:spPr>
              <a:xfrm>
                <a:off x="5217108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ángulo 98">
                <a:extLst>
                  <a:ext uri="{FF2B5EF4-FFF2-40B4-BE49-F238E27FC236}">
                    <a16:creationId xmlns:a16="http://schemas.microsoft.com/office/drawing/2014/main" id="{44DF2281-1EA2-A560-9C38-10D51C3DE00E}"/>
                  </a:ext>
                </a:extLst>
              </p:cNvPr>
              <p:cNvSpPr/>
              <p:nvPr/>
            </p:nvSpPr>
            <p:spPr>
              <a:xfrm>
                <a:off x="6194270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5D8BD4F7-2579-9164-EC93-06F46E4E57DD}"/>
                  </a:ext>
                </a:extLst>
              </p:cNvPr>
              <p:cNvSpPr/>
              <p:nvPr/>
            </p:nvSpPr>
            <p:spPr>
              <a:xfrm>
                <a:off x="7181943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ángulo 100">
                <a:extLst>
                  <a:ext uri="{FF2B5EF4-FFF2-40B4-BE49-F238E27FC236}">
                    <a16:creationId xmlns:a16="http://schemas.microsoft.com/office/drawing/2014/main" id="{3BED6EF7-D2A4-83BB-9EBA-76A62EBEFA3C}"/>
                  </a:ext>
                </a:extLst>
              </p:cNvPr>
              <p:cNvSpPr/>
              <p:nvPr/>
            </p:nvSpPr>
            <p:spPr>
              <a:xfrm>
                <a:off x="2314821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ángulo 101">
                <a:extLst>
                  <a:ext uri="{FF2B5EF4-FFF2-40B4-BE49-F238E27FC236}">
                    <a16:creationId xmlns:a16="http://schemas.microsoft.com/office/drawing/2014/main" id="{DE4A404C-C865-F1C3-9BE8-7439BBFE49FF}"/>
                  </a:ext>
                </a:extLst>
              </p:cNvPr>
              <p:cNvSpPr/>
              <p:nvPr/>
            </p:nvSpPr>
            <p:spPr>
              <a:xfrm>
                <a:off x="3262784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ángulo 102">
                <a:extLst>
                  <a:ext uri="{FF2B5EF4-FFF2-40B4-BE49-F238E27FC236}">
                    <a16:creationId xmlns:a16="http://schemas.microsoft.com/office/drawing/2014/main" id="{A1F5A4EA-01C9-01B7-E0D4-9C478BADC902}"/>
                  </a:ext>
                </a:extLst>
              </p:cNvPr>
              <p:cNvSpPr/>
              <p:nvPr/>
            </p:nvSpPr>
            <p:spPr>
              <a:xfrm>
                <a:off x="4239946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ángulo 103">
                <a:extLst>
                  <a:ext uri="{FF2B5EF4-FFF2-40B4-BE49-F238E27FC236}">
                    <a16:creationId xmlns:a16="http://schemas.microsoft.com/office/drawing/2014/main" id="{D88599F7-1743-3774-59D6-AD7421037614}"/>
                  </a:ext>
                </a:extLst>
              </p:cNvPr>
              <p:cNvSpPr/>
              <p:nvPr/>
            </p:nvSpPr>
            <p:spPr>
              <a:xfrm>
                <a:off x="5217108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ángulo 104">
                <a:extLst>
                  <a:ext uri="{FF2B5EF4-FFF2-40B4-BE49-F238E27FC236}">
                    <a16:creationId xmlns:a16="http://schemas.microsoft.com/office/drawing/2014/main" id="{8016D5CD-543F-B093-66BD-97F31D0631CD}"/>
                  </a:ext>
                </a:extLst>
              </p:cNvPr>
              <p:cNvSpPr/>
              <p:nvPr/>
            </p:nvSpPr>
            <p:spPr>
              <a:xfrm>
                <a:off x="6194270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ángulo 105">
                <a:extLst>
                  <a:ext uri="{FF2B5EF4-FFF2-40B4-BE49-F238E27FC236}">
                    <a16:creationId xmlns:a16="http://schemas.microsoft.com/office/drawing/2014/main" id="{AA5916F2-9383-A4EF-CBBE-63276603165C}"/>
                  </a:ext>
                </a:extLst>
              </p:cNvPr>
              <p:cNvSpPr/>
              <p:nvPr/>
            </p:nvSpPr>
            <p:spPr>
              <a:xfrm>
                <a:off x="7181943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53A33514-980C-B7C8-7BB7-AE4B89E201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2293296"/>
              <a:ext cx="479888" cy="486915"/>
            </a:xfrm>
            <a:prstGeom prst="rect">
              <a:avLst/>
            </a:prstGeom>
          </p:spPr>
        </p:pic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AF806739-EEB8-D491-9115-2636F2B4B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4010455"/>
              <a:ext cx="479888" cy="486915"/>
            </a:xfrm>
            <a:prstGeom prst="rect">
              <a:avLst/>
            </a:prstGeom>
          </p:spPr>
        </p:pic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5D93B758-E2CA-4B74-2CAD-D5F777384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2888261"/>
              <a:ext cx="479888" cy="486915"/>
            </a:xfrm>
            <a:prstGeom prst="rect">
              <a:avLst/>
            </a:prstGeom>
          </p:spPr>
        </p:pic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BC8F5C86-AC16-3F21-C6F1-3A31F201B0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3440891"/>
              <a:ext cx="479888" cy="486915"/>
            </a:xfrm>
            <a:prstGeom prst="rect">
              <a:avLst/>
            </a:prstGeom>
          </p:spPr>
        </p:pic>
        <p:pic>
          <p:nvPicPr>
            <p:cNvPr id="46" name="Imagen 45">
              <a:extLst>
                <a:ext uri="{FF2B5EF4-FFF2-40B4-BE49-F238E27FC236}">
                  <a16:creationId xmlns:a16="http://schemas.microsoft.com/office/drawing/2014/main" id="{06E18DC8-81C4-910C-608F-4EA69A3854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2299846"/>
              <a:ext cx="479888" cy="486915"/>
            </a:xfrm>
            <a:prstGeom prst="rect">
              <a:avLst/>
            </a:prstGeom>
          </p:spPr>
        </p:pic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69FFB036-0033-F9B4-36FD-980A975C7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4017005"/>
              <a:ext cx="479888" cy="486915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D407DA2-0773-9008-AF0E-64C253ED79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2894811"/>
              <a:ext cx="479888" cy="486915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6990E0E-8047-2962-B36C-B5AF7D5D84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3447441"/>
              <a:ext cx="479888" cy="486915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7C8B51A2-6026-7C6B-C5BF-E55FD0E501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407" r="5195"/>
            <a:stretch/>
          </p:blipFill>
          <p:spPr>
            <a:xfrm>
              <a:off x="6318250" y="3612276"/>
              <a:ext cx="660400" cy="6936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CA8BE7D-7EE9-0F8D-BF22-398C8CC57F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407" r="5195"/>
            <a:stretch/>
          </p:blipFill>
          <p:spPr>
            <a:xfrm>
              <a:off x="6324600" y="2551786"/>
              <a:ext cx="660400" cy="693685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44265BF-EC89-3FB0-F7CF-2C752DB0F0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2101" t="8804" r="10659" b="4283"/>
            <a:stretch/>
          </p:blipFill>
          <p:spPr>
            <a:xfrm>
              <a:off x="7431327" y="2038209"/>
              <a:ext cx="1481666" cy="2781581"/>
            </a:xfrm>
            <a:prstGeom prst="rect">
              <a:avLst/>
            </a:prstGeom>
          </p:spPr>
        </p:pic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C609269-30C8-60D3-C79A-0960A50B82BC}"/>
                </a:ext>
              </a:extLst>
            </p:cNvPr>
            <p:cNvSpPr/>
            <p:nvPr/>
          </p:nvSpPr>
          <p:spPr>
            <a:xfrm>
              <a:off x="4950484" y="2240583"/>
              <a:ext cx="1261763" cy="118841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245E30F7-92F1-447F-01FC-95CEA29A6233}"/>
                </a:ext>
              </a:extLst>
            </p:cNvPr>
            <p:cNvSpPr/>
            <p:nvPr/>
          </p:nvSpPr>
          <p:spPr>
            <a:xfrm>
              <a:off x="4948413" y="3447441"/>
              <a:ext cx="1261762" cy="1124559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FA844D98-08DB-32F7-70A0-8BA3550CCE59}"/>
                </a:ext>
              </a:extLst>
            </p:cNvPr>
            <p:cNvCxnSpPr>
              <a:endCxn id="35" idx="2"/>
            </p:cNvCxnSpPr>
            <p:nvPr/>
          </p:nvCxnSpPr>
          <p:spPr>
            <a:xfrm flipH="1">
              <a:off x="2447201" y="2536753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1324A4C3-C382-7E41-1EC5-685100BF155C}"/>
                </a:ext>
              </a:extLst>
            </p:cNvPr>
            <p:cNvCxnSpPr/>
            <p:nvPr/>
          </p:nvCxnSpPr>
          <p:spPr>
            <a:xfrm flipH="1">
              <a:off x="2354067" y="3120953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D04C4A24-CCE1-3A7A-B61C-BA96A542EFA3}"/>
                </a:ext>
              </a:extLst>
            </p:cNvPr>
            <p:cNvCxnSpPr/>
            <p:nvPr/>
          </p:nvCxnSpPr>
          <p:spPr>
            <a:xfrm flipH="1">
              <a:off x="2404867" y="3705152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85EBF8-0D9A-526F-EABF-5C02B57B7438}"/>
                </a:ext>
              </a:extLst>
            </p:cNvPr>
            <p:cNvCxnSpPr/>
            <p:nvPr/>
          </p:nvCxnSpPr>
          <p:spPr>
            <a:xfrm flipH="1">
              <a:off x="2472599" y="4221620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A10A64E9-37F4-E3F2-3BB7-0A462261DEDB}"/>
                </a:ext>
              </a:extLst>
            </p:cNvPr>
            <p:cNvGrpSpPr/>
            <p:nvPr/>
          </p:nvGrpSpPr>
          <p:grpSpPr>
            <a:xfrm>
              <a:off x="4962382" y="2326071"/>
              <a:ext cx="1212430" cy="2177849"/>
              <a:chOff x="252646" y="2181330"/>
              <a:chExt cx="717970" cy="1247669"/>
            </a:xfrm>
          </p:grpSpPr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BDC64D1C-6B52-4FB7-E932-E151C3675B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58326" t="70289" r="9926" b="12952"/>
              <a:stretch/>
            </p:blipFill>
            <p:spPr>
              <a:xfrm>
                <a:off x="252646" y="2827268"/>
                <a:ext cx="704656" cy="601731"/>
              </a:xfrm>
              <a:prstGeom prst="rect">
                <a:avLst/>
              </a:prstGeom>
            </p:spPr>
          </p:pic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B6946B72-9DDE-E360-B49D-C9402E02B4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58325" t="22530" r="9666" b="60550"/>
              <a:stretch/>
            </p:blipFill>
            <p:spPr>
              <a:xfrm>
                <a:off x="260153" y="2181330"/>
                <a:ext cx="710463" cy="607517"/>
              </a:xfrm>
              <a:prstGeom prst="rect">
                <a:avLst/>
              </a:prstGeom>
            </p:spPr>
          </p:pic>
        </p:grp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1B2B6CB2-A270-7E74-AD9F-B35B65A9B78E}"/>
                </a:ext>
              </a:extLst>
            </p:cNvPr>
            <p:cNvCxnSpPr>
              <a:cxnSpLocks/>
            </p:cNvCxnSpPr>
            <p:nvPr/>
          </p:nvCxnSpPr>
          <p:spPr>
            <a:xfrm>
              <a:off x="5914456" y="2536753"/>
              <a:ext cx="727644" cy="35805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649B15F2-07B6-F13F-6FC4-1D57B09CAD2B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78" y="2551786"/>
              <a:ext cx="1417722" cy="3430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DAFEB2E6-666E-366C-6F7C-74707624BB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626" y="2901938"/>
              <a:ext cx="1387824" cy="2440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32F10472-7D9F-D3F4-5282-46D409906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1309" y="2888261"/>
              <a:ext cx="790316" cy="30970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4BBA52FC-A850-FC6F-EC64-B788CD42D4B9}"/>
                </a:ext>
              </a:extLst>
            </p:cNvPr>
            <p:cNvCxnSpPr>
              <a:cxnSpLocks/>
            </p:cNvCxnSpPr>
            <p:nvPr/>
          </p:nvCxnSpPr>
          <p:spPr>
            <a:xfrm>
              <a:off x="5853256" y="3618567"/>
              <a:ext cx="727644" cy="35805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859C3BFD-D11B-9787-40CD-BA72A41ABBF7}"/>
                </a:ext>
              </a:extLst>
            </p:cNvPr>
            <p:cNvCxnSpPr>
              <a:cxnSpLocks/>
            </p:cNvCxnSpPr>
            <p:nvPr/>
          </p:nvCxnSpPr>
          <p:spPr>
            <a:xfrm>
              <a:off x="5175878" y="3633600"/>
              <a:ext cx="1417722" cy="3430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0AB44DD4-D83C-C4D7-EEE6-83CE632D2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9426" y="3983752"/>
              <a:ext cx="1387824" cy="2440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350D7DF2-E0CF-24EB-FF17-59536CE36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0109" y="3970075"/>
              <a:ext cx="790316" cy="30970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E045E9E5-973C-F849-6E31-2D4A4F58FE7B}"/>
              </a:ext>
            </a:extLst>
          </p:cNvPr>
          <p:cNvSpPr txBox="1"/>
          <p:nvPr/>
        </p:nvSpPr>
        <p:spPr>
          <a:xfrm>
            <a:off x="245064" y="1782246"/>
            <a:ext cx="11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Simples</a:t>
            </a:r>
            <a:endParaRPr lang="en-US" b="1" dirty="0">
              <a:latin typeface="Eco Sans Bold"/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07C0534-6874-C60E-4FE0-E0FA5473D28E}"/>
              </a:ext>
            </a:extLst>
          </p:cNvPr>
          <p:cNvSpPr txBox="1"/>
          <p:nvPr/>
        </p:nvSpPr>
        <p:spPr>
          <a:xfrm>
            <a:off x="2561070" y="3819456"/>
            <a:ext cx="126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Complejas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06088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39B867A1-D017-2655-8C9F-5D611D39AC8B}"/>
              </a:ext>
            </a:extLst>
          </p:cNvPr>
          <p:cNvGrpSpPr/>
          <p:nvPr/>
        </p:nvGrpSpPr>
        <p:grpSpPr>
          <a:xfrm>
            <a:off x="3114387" y="1520463"/>
            <a:ext cx="6735748" cy="3621041"/>
            <a:chOff x="2608447" y="1183579"/>
            <a:chExt cx="6735748" cy="3621041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F25CAD94-2557-A0C5-4B73-BAC52A3470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14" r="54298"/>
            <a:stretch/>
          </p:blipFill>
          <p:spPr>
            <a:xfrm>
              <a:off x="2829619" y="1193204"/>
              <a:ext cx="479888" cy="486915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ECD8078-95BB-42BE-DFE6-9CCA189982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5407" r="5195"/>
            <a:stretch/>
          </p:blipFill>
          <p:spPr>
            <a:xfrm>
              <a:off x="6482261" y="1232749"/>
              <a:ext cx="479888" cy="504075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9AD4C732-CB91-7033-A901-7A979716EF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14" r="54298"/>
            <a:stretch/>
          </p:blipFill>
          <p:spPr>
            <a:xfrm>
              <a:off x="5300092" y="1183579"/>
              <a:ext cx="479888" cy="486915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B71EE33-ABC7-27D4-E2F3-9B4F7444C5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5407" r="5195"/>
            <a:stretch/>
          </p:blipFill>
          <p:spPr>
            <a:xfrm>
              <a:off x="4072919" y="1194246"/>
              <a:ext cx="479888" cy="504075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FFF955B-29E9-2333-B16A-8608BACA4F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944" t="2068" r="973" b="2369"/>
            <a:stretch/>
          </p:blipFill>
          <p:spPr>
            <a:xfrm>
              <a:off x="2608447" y="1730652"/>
              <a:ext cx="6735748" cy="3073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168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o 92">
            <a:extLst>
              <a:ext uri="{FF2B5EF4-FFF2-40B4-BE49-F238E27FC236}">
                <a16:creationId xmlns:a16="http://schemas.microsoft.com/office/drawing/2014/main" id="{5E03FABB-55C0-5599-938B-7352B8C18A13}"/>
              </a:ext>
            </a:extLst>
          </p:cNvPr>
          <p:cNvGrpSpPr/>
          <p:nvPr/>
        </p:nvGrpSpPr>
        <p:grpSpPr>
          <a:xfrm>
            <a:off x="1658468" y="409652"/>
            <a:ext cx="731519" cy="702647"/>
            <a:chOff x="1793960" y="981775"/>
            <a:chExt cx="731519" cy="702647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42046192-DDC3-2B2F-8608-ED9E49291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1250" y="1039525"/>
              <a:ext cx="427215" cy="541420"/>
            </a:xfrm>
            <a:prstGeom prst="rect">
              <a:avLst/>
            </a:prstGeom>
          </p:spPr>
        </p:pic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80B6AFFB-BCF8-8A00-19E4-CEAF7542A514}"/>
                </a:ext>
              </a:extLst>
            </p:cNvPr>
            <p:cNvSpPr/>
            <p:nvPr/>
          </p:nvSpPr>
          <p:spPr>
            <a:xfrm>
              <a:off x="1793960" y="981775"/>
              <a:ext cx="731519" cy="702647"/>
            </a:xfrm>
            <a:prstGeom prst="rect">
              <a:avLst/>
            </a:prstGeom>
            <a:noFill/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C494A03-0220-BBBE-8A98-AA40D5E6C50D}"/>
              </a:ext>
            </a:extLst>
          </p:cNvPr>
          <p:cNvSpPr txBox="1"/>
          <p:nvPr/>
        </p:nvSpPr>
        <p:spPr>
          <a:xfrm>
            <a:off x="331156" y="1506706"/>
            <a:ext cx="11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Simples</a:t>
            </a:r>
            <a:endParaRPr lang="en-US" b="1" dirty="0">
              <a:latin typeface="Eco Sans Bold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8C65CADC-2F17-B5A8-A12C-79F90462CF9C}"/>
              </a:ext>
            </a:extLst>
          </p:cNvPr>
          <p:cNvSpPr txBox="1"/>
          <p:nvPr/>
        </p:nvSpPr>
        <p:spPr>
          <a:xfrm>
            <a:off x="2857250" y="343398"/>
            <a:ext cx="126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Complejas</a:t>
            </a:r>
            <a:endParaRPr lang="en-US" b="1" dirty="0">
              <a:latin typeface="Eco Sans Bold"/>
            </a:endParaRPr>
          </a:p>
        </p:txBody>
      </p:sp>
      <p:pic>
        <p:nvPicPr>
          <p:cNvPr id="88" name="Imagen 87">
            <a:extLst>
              <a:ext uri="{FF2B5EF4-FFF2-40B4-BE49-F238E27FC236}">
                <a16:creationId xmlns:a16="http://schemas.microsoft.com/office/drawing/2014/main" id="{24DA4F5D-C746-9EE1-AFB3-D9FA7AC355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14" r="54298"/>
          <a:stretch/>
        </p:blipFill>
        <p:spPr>
          <a:xfrm>
            <a:off x="618458" y="944239"/>
            <a:ext cx="637003" cy="646331"/>
          </a:xfrm>
          <a:prstGeom prst="rect">
            <a:avLst/>
          </a:prstGeom>
        </p:spPr>
      </p:pic>
      <p:grpSp>
        <p:nvGrpSpPr>
          <p:cNvPr id="92" name="Grupo 91">
            <a:extLst>
              <a:ext uri="{FF2B5EF4-FFF2-40B4-BE49-F238E27FC236}">
                <a16:creationId xmlns:a16="http://schemas.microsoft.com/office/drawing/2014/main" id="{21764C03-11A5-D642-7C6D-4180B1156973}"/>
              </a:ext>
            </a:extLst>
          </p:cNvPr>
          <p:cNvGrpSpPr/>
          <p:nvPr/>
        </p:nvGrpSpPr>
        <p:grpSpPr>
          <a:xfrm>
            <a:off x="1663980" y="1618118"/>
            <a:ext cx="731519" cy="702647"/>
            <a:chOff x="1799472" y="1836822"/>
            <a:chExt cx="731519" cy="702647"/>
          </a:xfrm>
        </p:grpSpPr>
        <p:pic>
          <p:nvPicPr>
            <p:cNvPr id="90" name="Imagen 89">
              <a:extLst>
                <a:ext uri="{FF2B5EF4-FFF2-40B4-BE49-F238E27FC236}">
                  <a16:creationId xmlns:a16="http://schemas.microsoft.com/office/drawing/2014/main" id="{3E0FD5EE-56A0-25EC-139B-E23C788E5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7619" y="2145813"/>
              <a:ext cx="466480" cy="162925"/>
            </a:xfrm>
            <a:prstGeom prst="rect">
              <a:avLst/>
            </a:prstGeom>
          </p:spPr>
        </p:pic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80B6AFFB-BCF8-8A00-19E4-CEAF7542A514}"/>
                </a:ext>
              </a:extLst>
            </p:cNvPr>
            <p:cNvSpPr/>
            <p:nvPr/>
          </p:nvSpPr>
          <p:spPr>
            <a:xfrm>
              <a:off x="1799472" y="1836822"/>
              <a:ext cx="731519" cy="702647"/>
            </a:xfrm>
            <a:prstGeom prst="rect">
              <a:avLst/>
            </a:prstGeom>
            <a:noFill/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8725695E-3C8C-32C6-2A07-DB07348FBDE2}"/>
              </a:ext>
            </a:extLst>
          </p:cNvPr>
          <p:cNvSpPr txBox="1"/>
          <p:nvPr/>
        </p:nvSpPr>
        <p:spPr>
          <a:xfrm>
            <a:off x="1458330" y="1111639"/>
            <a:ext cx="11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Activada</a:t>
            </a:r>
            <a:endParaRPr lang="en-US" b="1" dirty="0">
              <a:latin typeface="Eco Sans Bold"/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913B879F-2066-570B-CD9F-8ED784BEEF51}"/>
              </a:ext>
            </a:extLst>
          </p:cNvPr>
          <p:cNvSpPr txBox="1"/>
          <p:nvPr/>
        </p:nvSpPr>
        <p:spPr>
          <a:xfrm>
            <a:off x="1344421" y="2346500"/>
            <a:ext cx="138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No Activada</a:t>
            </a:r>
            <a:endParaRPr lang="en-US" b="1" dirty="0">
              <a:latin typeface="Eco Sans Bold"/>
            </a:endParaRPr>
          </a:p>
        </p:txBody>
      </p:sp>
      <p:pic>
        <p:nvPicPr>
          <p:cNvPr id="97" name="Imagen 96">
            <a:extLst>
              <a:ext uri="{FF2B5EF4-FFF2-40B4-BE49-F238E27FC236}">
                <a16:creationId xmlns:a16="http://schemas.microsoft.com/office/drawing/2014/main" id="{AA8AE682-B3E0-54D6-2237-0636FFAE4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085" y="4178911"/>
            <a:ext cx="4545163" cy="2631120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3BF9C3C7-8299-49C8-786D-106450ED3B4B}"/>
              </a:ext>
            </a:extLst>
          </p:cNvPr>
          <p:cNvSpPr txBox="1"/>
          <p:nvPr/>
        </p:nvSpPr>
        <p:spPr>
          <a:xfrm>
            <a:off x="2025166" y="3815898"/>
            <a:ext cx="1762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latin typeface="Eco Sans Bold"/>
              </a:rPr>
              <a:t>Convolución</a:t>
            </a:r>
            <a:endParaRPr lang="en-US" sz="2400" b="1" dirty="0">
              <a:latin typeface="Eco Sans Bol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374C5D-C2EB-879C-6A0E-72D8B105845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929" t="2902" r="5073"/>
          <a:stretch/>
        </p:blipFill>
        <p:spPr>
          <a:xfrm>
            <a:off x="4920343" y="203940"/>
            <a:ext cx="4140474" cy="21847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8BFDF6-C149-277E-DF1B-EC72D99B08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095" y="1363529"/>
            <a:ext cx="3570514" cy="17065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85D518B-E19C-4A67-2412-6DE11F00FD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0023" y="2768351"/>
            <a:ext cx="2752071" cy="13212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739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981D6A-BF75-1A61-E71A-D53CCF88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6" y="0"/>
            <a:ext cx="3170372" cy="17095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2473737-6D03-89BE-5DFD-4B477451DA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64" r="4209" b="4090"/>
          <a:stretch/>
        </p:blipFill>
        <p:spPr>
          <a:xfrm>
            <a:off x="-224251" y="4879296"/>
            <a:ext cx="3250729" cy="190116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3E6109-A751-FACB-F3B1-65B0EAF9D2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43" t="13306" r="8786" b="6995"/>
          <a:stretch/>
        </p:blipFill>
        <p:spPr>
          <a:xfrm>
            <a:off x="3248298" y="200298"/>
            <a:ext cx="2978331" cy="14479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2969412-FC5F-7324-0A94-851682A60A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2" r="2847"/>
          <a:stretch/>
        </p:blipFill>
        <p:spPr>
          <a:xfrm>
            <a:off x="2996956" y="4888079"/>
            <a:ext cx="3053125" cy="18806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1EEF547-BF58-8C6C-FA96-3FFD9E261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0"/>
            <a:ext cx="3378926" cy="17134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112CF6F-7B6A-7E89-FAAC-22C454C386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90" r="3631"/>
          <a:stretch/>
        </p:blipFill>
        <p:spPr>
          <a:xfrm>
            <a:off x="6050081" y="4847876"/>
            <a:ext cx="3223836" cy="195947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0130AA1-DCF9-A1E7-5FE9-F5419145E67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516" t="6956" r="5434" b="4020"/>
          <a:stretch/>
        </p:blipFill>
        <p:spPr>
          <a:xfrm>
            <a:off x="9397001" y="200298"/>
            <a:ext cx="2651426" cy="14479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5D3A940-7F3C-4FFD-4041-1B6062AC954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397"/>
          <a:stretch/>
        </p:blipFill>
        <p:spPr>
          <a:xfrm>
            <a:off x="9223911" y="4805827"/>
            <a:ext cx="3172804" cy="19020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303532F-DE50-EC05-FC50-8D4E3BDE53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6896" y="1896831"/>
            <a:ext cx="1737704" cy="215247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5A636EC-F057-9CEC-28D3-A968E8CB67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5752" y="1856628"/>
            <a:ext cx="1599570" cy="247552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8BD9801-57C8-C810-44BA-C5C2EA0BD5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723" y="2313608"/>
            <a:ext cx="1572556" cy="220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61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B1346FC-F913-9CAA-39C8-0E6363FEFD6F}"/>
              </a:ext>
            </a:extLst>
          </p:cNvPr>
          <p:cNvSpPr txBox="1"/>
          <p:nvPr/>
        </p:nvSpPr>
        <p:spPr>
          <a:xfrm>
            <a:off x="304800" y="390101"/>
            <a:ext cx="1054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tf.keras.layers.Conv2D(32, (3, 3), </a:t>
            </a:r>
            <a:r>
              <a:rPr lang="en-US" sz="3200" dirty="0" err="1"/>
              <a:t>input_shape</a:t>
            </a:r>
            <a:r>
              <a:rPr lang="en-US" sz="3200" dirty="0"/>
              <a:t>=(28, 28, 1))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FF5069-5ECA-E7DE-3FAF-C4DDBAA2C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77" y="1209667"/>
            <a:ext cx="4740123" cy="41132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87F8C45-A389-8414-2F62-AEC120686774}"/>
              </a:ext>
            </a:extLst>
          </p:cNvPr>
          <p:cNvSpPr txBox="1"/>
          <p:nvPr/>
        </p:nvSpPr>
        <p:spPr>
          <a:xfrm>
            <a:off x="9244148" y="2342973"/>
            <a:ext cx="3213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tf.keras.layers.Conv2D(    32,    (3, 3),  </a:t>
            </a:r>
          </a:p>
          <a:p>
            <a:r>
              <a:rPr lang="en-US" dirty="0"/>
              <a:t>  </a:t>
            </a:r>
            <a:r>
              <a:rPr lang="en-US" dirty="0" err="1"/>
              <a:t>input_shape</a:t>
            </a:r>
            <a:r>
              <a:rPr lang="en-US" dirty="0"/>
              <a:t>=(28, 28, 1))</a:t>
            </a:r>
          </a:p>
        </p:txBody>
      </p:sp>
    </p:spTree>
    <p:extLst>
      <p:ext uri="{BB962C8B-B14F-4D97-AF65-F5344CB8AC3E}">
        <p14:creationId xmlns:p14="http://schemas.microsoft.com/office/powerpoint/2010/main" val="424477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upo 128">
            <a:extLst>
              <a:ext uri="{FF2B5EF4-FFF2-40B4-BE49-F238E27FC236}">
                <a16:creationId xmlns:a16="http://schemas.microsoft.com/office/drawing/2014/main" id="{E9781EB6-2EE7-07D8-5830-838934C6533D}"/>
              </a:ext>
            </a:extLst>
          </p:cNvPr>
          <p:cNvGrpSpPr/>
          <p:nvPr/>
        </p:nvGrpSpPr>
        <p:grpSpPr>
          <a:xfrm>
            <a:off x="598453" y="1229253"/>
            <a:ext cx="10969552" cy="4718796"/>
            <a:chOff x="418115" y="933273"/>
            <a:chExt cx="10969552" cy="4718796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0C1F746-058C-9A6C-0FDE-B9566E1947F4}"/>
                </a:ext>
              </a:extLst>
            </p:cNvPr>
            <p:cNvGrpSpPr/>
            <p:nvPr/>
          </p:nvGrpSpPr>
          <p:grpSpPr>
            <a:xfrm>
              <a:off x="418115" y="933273"/>
              <a:ext cx="5677885" cy="4077924"/>
              <a:chOff x="945222" y="847553"/>
              <a:chExt cx="5677885" cy="4077924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B8174C3B-9363-207F-BF16-337F37B71C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3309" r="6064"/>
              <a:stretch/>
            </p:blipFill>
            <p:spPr>
              <a:xfrm>
                <a:off x="5267916" y="1982912"/>
                <a:ext cx="1355191" cy="2892175"/>
              </a:xfrm>
              <a:prstGeom prst="rect">
                <a:avLst/>
              </a:prstGeom>
            </p:spPr>
          </p:pic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E07EADDF-8660-1609-89EE-85244346B6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25927"/>
              <a:stretch/>
            </p:blipFill>
            <p:spPr>
              <a:xfrm>
                <a:off x="945222" y="1932025"/>
                <a:ext cx="4109663" cy="2993452"/>
              </a:xfrm>
              <a:prstGeom prst="rect">
                <a:avLst/>
              </a:prstGeom>
            </p:spPr>
          </p:pic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D906A6C1-A511-05F6-029B-AB3870BBA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020" y="847553"/>
                <a:ext cx="1962365" cy="1308244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7F814B3F-ED12-A784-6FA1-9406BDA97C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0017" r="30715" b="52225"/>
              <a:stretch/>
            </p:blipFill>
            <p:spPr>
              <a:xfrm>
                <a:off x="4326196" y="1762074"/>
                <a:ext cx="544531" cy="441676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5ABB17FC-0746-668B-09D5-A8D84BC061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48382" r="53141" b="-18"/>
              <a:stretch/>
            </p:blipFill>
            <p:spPr>
              <a:xfrm>
                <a:off x="4287667" y="2770208"/>
                <a:ext cx="621588" cy="456642"/>
              </a:xfrm>
              <a:prstGeom prst="rect">
                <a:avLst/>
              </a:prstGeom>
            </p:spPr>
          </p:pic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BFB5999F-A878-EBC8-B95D-A506E8AD25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4712" t="48691"/>
              <a:stretch/>
            </p:blipFill>
            <p:spPr>
              <a:xfrm>
                <a:off x="4306076" y="3793308"/>
                <a:ext cx="584771" cy="441676"/>
              </a:xfrm>
              <a:prstGeom prst="rect">
                <a:avLst/>
              </a:prstGeom>
            </p:spPr>
          </p:pic>
        </p:grp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CC49E6F-34B1-D01C-94B4-816865993B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901" r="19618"/>
            <a:stretch/>
          </p:blipFill>
          <p:spPr>
            <a:xfrm>
              <a:off x="6291700" y="1479038"/>
              <a:ext cx="1556682" cy="4173031"/>
            </a:xfrm>
            <a:prstGeom prst="rect">
              <a:avLst/>
            </a:prstGeom>
          </p:spPr>
        </p:pic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26ADC57E-8228-A17D-4ED6-DC64DD6F11DC}"/>
                </a:ext>
              </a:extLst>
            </p:cNvPr>
            <p:cNvGrpSpPr/>
            <p:nvPr/>
          </p:nvGrpSpPr>
          <p:grpSpPr>
            <a:xfrm>
              <a:off x="6383446" y="1533061"/>
              <a:ext cx="1448634" cy="1289562"/>
              <a:chOff x="2314821" y="572362"/>
              <a:chExt cx="5633476" cy="5347549"/>
            </a:xfrm>
          </p:grpSpPr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643536D7-4CFE-AD4A-1969-1B61D7B526FA}"/>
                  </a:ext>
                </a:extLst>
              </p:cNvPr>
              <p:cNvSpPr/>
              <p:nvPr/>
            </p:nvSpPr>
            <p:spPr>
              <a:xfrm>
                <a:off x="2314821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10933D85-1524-AB7B-40A3-BEA8BB0732C6}"/>
                  </a:ext>
                </a:extLst>
              </p:cNvPr>
              <p:cNvSpPr/>
              <p:nvPr/>
            </p:nvSpPr>
            <p:spPr>
              <a:xfrm>
                <a:off x="3262784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4D4977F8-E4D0-9C14-AA2D-63AA04B55D2F}"/>
                  </a:ext>
                </a:extLst>
              </p:cNvPr>
              <p:cNvSpPr/>
              <p:nvPr/>
            </p:nvSpPr>
            <p:spPr>
              <a:xfrm>
                <a:off x="4239946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624404DE-0823-4748-A065-1797F2EAEDDF}"/>
                  </a:ext>
                </a:extLst>
              </p:cNvPr>
              <p:cNvSpPr/>
              <p:nvPr/>
            </p:nvSpPr>
            <p:spPr>
              <a:xfrm>
                <a:off x="5217108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F00DB827-FBB4-201C-6D91-7B92E89D20D6}"/>
                  </a:ext>
                </a:extLst>
              </p:cNvPr>
              <p:cNvSpPr/>
              <p:nvPr/>
            </p:nvSpPr>
            <p:spPr>
              <a:xfrm>
                <a:off x="6194270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29E2A156-2F66-FBA9-60D5-496AC9A339BA}"/>
                  </a:ext>
                </a:extLst>
              </p:cNvPr>
              <p:cNvSpPr/>
              <p:nvPr/>
            </p:nvSpPr>
            <p:spPr>
              <a:xfrm>
                <a:off x="7181943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C3E5807E-1A03-30EE-7D8A-3BD5BB823BF5}"/>
                  </a:ext>
                </a:extLst>
              </p:cNvPr>
              <p:cNvSpPr/>
              <p:nvPr/>
            </p:nvSpPr>
            <p:spPr>
              <a:xfrm>
                <a:off x="2314821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75933167-368C-0817-CE90-74E2820B2AFB}"/>
                  </a:ext>
                </a:extLst>
              </p:cNvPr>
              <p:cNvSpPr/>
              <p:nvPr/>
            </p:nvSpPr>
            <p:spPr>
              <a:xfrm>
                <a:off x="3262784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0E525126-BE60-3DC6-F97D-669CD576A1FA}"/>
                  </a:ext>
                </a:extLst>
              </p:cNvPr>
              <p:cNvSpPr/>
              <p:nvPr/>
            </p:nvSpPr>
            <p:spPr>
              <a:xfrm>
                <a:off x="4239946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511BC19A-9BB7-BB0A-972F-441F594FD25B}"/>
                  </a:ext>
                </a:extLst>
              </p:cNvPr>
              <p:cNvSpPr/>
              <p:nvPr/>
            </p:nvSpPr>
            <p:spPr>
              <a:xfrm>
                <a:off x="5217108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B491C83B-D7AF-785D-39D7-072D2D3EAB2A}"/>
                  </a:ext>
                </a:extLst>
              </p:cNvPr>
              <p:cNvSpPr/>
              <p:nvPr/>
            </p:nvSpPr>
            <p:spPr>
              <a:xfrm>
                <a:off x="6194270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id="{8DCB7C14-B5E3-9FF5-DFDB-B52863073957}"/>
                  </a:ext>
                </a:extLst>
              </p:cNvPr>
              <p:cNvSpPr/>
              <p:nvPr/>
            </p:nvSpPr>
            <p:spPr>
              <a:xfrm>
                <a:off x="7181943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ángulo 44">
                <a:extLst>
                  <a:ext uri="{FF2B5EF4-FFF2-40B4-BE49-F238E27FC236}">
                    <a16:creationId xmlns:a16="http://schemas.microsoft.com/office/drawing/2014/main" id="{7CDB2D5A-0076-207F-EB78-5D12FA7A52B5}"/>
                  </a:ext>
                </a:extLst>
              </p:cNvPr>
              <p:cNvSpPr/>
              <p:nvPr/>
            </p:nvSpPr>
            <p:spPr>
              <a:xfrm>
                <a:off x="2314821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ángulo 45">
                <a:extLst>
                  <a:ext uri="{FF2B5EF4-FFF2-40B4-BE49-F238E27FC236}">
                    <a16:creationId xmlns:a16="http://schemas.microsoft.com/office/drawing/2014/main" id="{7343D5F9-BA86-571F-D083-C02151F6D9F8}"/>
                  </a:ext>
                </a:extLst>
              </p:cNvPr>
              <p:cNvSpPr/>
              <p:nvPr/>
            </p:nvSpPr>
            <p:spPr>
              <a:xfrm>
                <a:off x="3262784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AC71E173-8740-7474-8B8E-9AE8CB627EEE}"/>
                  </a:ext>
                </a:extLst>
              </p:cNvPr>
              <p:cNvSpPr/>
              <p:nvPr/>
            </p:nvSpPr>
            <p:spPr>
              <a:xfrm>
                <a:off x="4239946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777F747D-7FAC-EE3C-43EA-5FC24F2144F4}"/>
                  </a:ext>
                </a:extLst>
              </p:cNvPr>
              <p:cNvSpPr/>
              <p:nvPr/>
            </p:nvSpPr>
            <p:spPr>
              <a:xfrm>
                <a:off x="5217108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FC6E8FCD-BB88-D063-0CAA-709D634C0616}"/>
                  </a:ext>
                </a:extLst>
              </p:cNvPr>
              <p:cNvSpPr/>
              <p:nvPr/>
            </p:nvSpPr>
            <p:spPr>
              <a:xfrm>
                <a:off x="6194270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ángulo 49">
                <a:extLst>
                  <a:ext uri="{FF2B5EF4-FFF2-40B4-BE49-F238E27FC236}">
                    <a16:creationId xmlns:a16="http://schemas.microsoft.com/office/drawing/2014/main" id="{CFDF891E-EC8A-3680-3715-64AE781C1F0C}"/>
                  </a:ext>
                </a:extLst>
              </p:cNvPr>
              <p:cNvSpPr/>
              <p:nvPr/>
            </p:nvSpPr>
            <p:spPr>
              <a:xfrm>
                <a:off x="7181943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0A0017D6-BB4B-F237-0FC5-F775C4899C4F}"/>
                  </a:ext>
                </a:extLst>
              </p:cNvPr>
              <p:cNvSpPr/>
              <p:nvPr/>
            </p:nvSpPr>
            <p:spPr>
              <a:xfrm>
                <a:off x="2314821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286C8E05-2FA8-69BD-34C7-E2E1CA7D6D24}"/>
                  </a:ext>
                </a:extLst>
              </p:cNvPr>
              <p:cNvSpPr/>
              <p:nvPr/>
            </p:nvSpPr>
            <p:spPr>
              <a:xfrm>
                <a:off x="3262784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0255FDFF-9729-E1EE-CF26-C75B8D1A42C1}"/>
                  </a:ext>
                </a:extLst>
              </p:cNvPr>
              <p:cNvSpPr/>
              <p:nvPr/>
            </p:nvSpPr>
            <p:spPr>
              <a:xfrm>
                <a:off x="4239946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ángulo 53">
                <a:extLst>
                  <a:ext uri="{FF2B5EF4-FFF2-40B4-BE49-F238E27FC236}">
                    <a16:creationId xmlns:a16="http://schemas.microsoft.com/office/drawing/2014/main" id="{3B21D526-A320-6346-D81C-316CA45576F8}"/>
                  </a:ext>
                </a:extLst>
              </p:cNvPr>
              <p:cNvSpPr/>
              <p:nvPr/>
            </p:nvSpPr>
            <p:spPr>
              <a:xfrm>
                <a:off x="5217108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26CCF225-82C7-B7D1-66C2-8DF438D3F636}"/>
                  </a:ext>
                </a:extLst>
              </p:cNvPr>
              <p:cNvSpPr/>
              <p:nvPr/>
            </p:nvSpPr>
            <p:spPr>
              <a:xfrm>
                <a:off x="6194270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ángulo 55">
                <a:extLst>
                  <a:ext uri="{FF2B5EF4-FFF2-40B4-BE49-F238E27FC236}">
                    <a16:creationId xmlns:a16="http://schemas.microsoft.com/office/drawing/2014/main" id="{AA692E5B-22A2-D950-86E3-CE8C7E66CD70}"/>
                  </a:ext>
                </a:extLst>
              </p:cNvPr>
              <p:cNvSpPr/>
              <p:nvPr/>
            </p:nvSpPr>
            <p:spPr>
              <a:xfrm>
                <a:off x="7181943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ED6308FA-25FC-26CC-816A-93266401B942}"/>
                  </a:ext>
                </a:extLst>
              </p:cNvPr>
              <p:cNvSpPr/>
              <p:nvPr/>
            </p:nvSpPr>
            <p:spPr>
              <a:xfrm>
                <a:off x="2314821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ángulo 57">
                <a:extLst>
                  <a:ext uri="{FF2B5EF4-FFF2-40B4-BE49-F238E27FC236}">
                    <a16:creationId xmlns:a16="http://schemas.microsoft.com/office/drawing/2014/main" id="{0D89E869-36A4-4F94-AA74-E43D23B61EBB}"/>
                  </a:ext>
                </a:extLst>
              </p:cNvPr>
              <p:cNvSpPr/>
              <p:nvPr/>
            </p:nvSpPr>
            <p:spPr>
              <a:xfrm>
                <a:off x="3262784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1A9E2873-17AB-9C01-178D-04BDD075364B}"/>
                  </a:ext>
                </a:extLst>
              </p:cNvPr>
              <p:cNvSpPr/>
              <p:nvPr/>
            </p:nvSpPr>
            <p:spPr>
              <a:xfrm>
                <a:off x="4239946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0F11838A-729C-5CA6-BD4C-BE9F08E50735}"/>
                  </a:ext>
                </a:extLst>
              </p:cNvPr>
              <p:cNvSpPr/>
              <p:nvPr/>
            </p:nvSpPr>
            <p:spPr>
              <a:xfrm>
                <a:off x="5217108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ángulo 60">
                <a:extLst>
                  <a:ext uri="{FF2B5EF4-FFF2-40B4-BE49-F238E27FC236}">
                    <a16:creationId xmlns:a16="http://schemas.microsoft.com/office/drawing/2014/main" id="{E80D9F7A-31DE-812D-9C61-871052C50086}"/>
                  </a:ext>
                </a:extLst>
              </p:cNvPr>
              <p:cNvSpPr/>
              <p:nvPr/>
            </p:nvSpPr>
            <p:spPr>
              <a:xfrm>
                <a:off x="6194270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4E9ABB24-A459-24E3-C31D-B5594CCE0EC8}"/>
                  </a:ext>
                </a:extLst>
              </p:cNvPr>
              <p:cNvSpPr/>
              <p:nvPr/>
            </p:nvSpPr>
            <p:spPr>
              <a:xfrm>
                <a:off x="7181943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ángulo 62">
                <a:extLst>
                  <a:ext uri="{FF2B5EF4-FFF2-40B4-BE49-F238E27FC236}">
                    <a16:creationId xmlns:a16="http://schemas.microsoft.com/office/drawing/2014/main" id="{2438E069-7331-363D-1F65-BD8096048DB9}"/>
                  </a:ext>
                </a:extLst>
              </p:cNvPr>
              <p:cNvSpPr/>
              <p:nvPr/>
            </p:nvSpPr>
            <p:spPr>
              <a:xfrm>
                <a:off x="2314821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ángulo 63">
                <a:extLst>
                  <a:ext uri="{FF2B5EF4-FFF2-40B4-BE49-F238E27FC236}">
                    <a16:creationId xmlns:a16="http://schemas.microsoft.com/office/drawing/2014/main" id="{D1A04D59-A8D4-F676-57F9-313DE482F3AA}"/>
                  </a:ext>
                </a:extLst>
              </p:cNvPr>
              <p:cNvSpPr/>
              <p:nvPr/>
            </p:nvSpPr>
            <p:spPr>
              <a:xfrm>
                <a:off x="3262784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DE31958B-0E57-BCA1-D61A-F60A42712915}"/>
                  </a:ext>
                </a:extLst>
              </p:cNvPr>
              <p:cNvSpPr/>
              <p:nvPr/>
            </p:nvSpPr>
            <p:spPr>
              <a:xfrm>
                <a:off x="4239946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C8FB257B-16E3-7D9A-6CB2-75C6DA1D2F69}"/>
                  </a:ext>
                </a:extLst>
              </p:cNvPr>
              <p:cNvSpPr/>
              <p:nvPr/>
            </p:nvSpPr>
            <p:spPr>
              <a:xfrm>
                <a:off x="5217108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ángulo 66">
                <a:extLst>
                  <a:ext uri="{FF2B5EF4-FFF2-40B4-BE49-F238E27FC236}">
                    <a16:creationId xmlns:a16="http://schemas.microsoft.com/office/drawing/2014/main" id="{A2F971CC-7A27-D2A4-7238-D520BA9FF3AF}"/>
                  </a:ext>
                </a:extLst>
              </p:cNvPr>
              <p:cNvSpPr/>
              <p:nvPr/>
            </p:nvSpPr>
            <p:spPr>
              <a:xfrm>
                <a:off x="6194270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ángulo 67">
                <a:extLst>
                  <a:ext uri="{FF2B5EF4-FFF2-40B4-BE49-F238E27FC236}">
                    <a16:creationId xmlns:a16="http://schemas.microsoft.com/office/drawing/2014/main" id="{106A70D1-2837-A342-F8C2-58B8ABB1CCF8}"/>
                  </a:ext>
                </a:extLst>
              </p:cNvPr>
              <p:cNvSpPr/>
              <p:nvPr/>
            </p:nvSpPr>
            <p:spPr>
              <a:xfrm>
                <a:off x="7181943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BD2A201F-BC9C-5213-DB68-EB4D0438FDC5}"/>
                </a:ext>
              </a:extLst>
            </p:cNvPr>
            <p:cNvGrpSpPr/>
            <p:nvPr/>
          </p:nvGrpSpPr>
          <p:grpSpPr>
            <a:xfrm>
              <a:off x="6345130" y="2914422"/>
              <a:ext cx="1448634" cy="1289562"/>
              <a:chOff x="2314821" y="572362"/>
              <a:chExt cx="5633476" cy="5347549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C48DA9FC-7787-C211-A349-EC2370638051}"/>
                  </a:ext>
                </a:extLst>
              </p:cNvPr>
              <p:cNvSpPr/>
              <p:nvPr/>
            </p:nvSpPr>
            <p:spPr>
              <a:xfrm>
                <a:off x="2314821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BF3E2C5D-3C04-84FA-3E91-CB97AA00E173}"/>
                  </a:ext>
                </a:extLst>
              </p:cNvPr>
              <p:cNvSpPr/>
              <p:nvPr/>
            </p:nvSpPr>
            <p:spPr>
              <a:xfrm>
                <a:off x="3262784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E9DFFF8F-653C-37BA-0024-DD2888213EE8}"/>
                  </a:ext>
                </a:extLst>
              </p:cNvPr>
              <p:cNvSpPr/>
              <p:nvPr/>
            </p:nvSpPr>
            <p:spPr>
              <a:xfrm>
                <a:off x="4239946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85CF4315-3F0C-D3B1-EBBD-67A355E7837D}"/>
                  </a:ext>
                </a:extLst>
              </p:cNvPr>
              <p:cNvSpPr/>
              <p:nvPr/>
            </p:nvSpPr>
            <p:spPr>
              <a:xfrm>
                <a:off x="5217108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8398F584-FB7D-CFB6-F55E-6A215810B91E}"/>
                  </a:ext>
                </a:extLst>
              </p:cNvPr>
              <p:cNvSpPr/>
              <p:nvPr/>
            </p:nvSpPr>
            <p:spPr>
              <a:xfrm>
                <a:off x="6194270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43BC6F87-D961-CF94-58D8-A9BE88AEDFD6}"/>
                  </a:ext>
                </a:extLst>
              </p:cNvPr>
              <p:cNvSpPr/>
              <p:nvPr/>
            </p:nvSpPr>
            <p:spPr>
              <a:xfrm>
                <a:off x="7181943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B73BBE7E-B9F8-B231-53AE-C0896886230B}"/>
                  </a:ext>
                </a:extLst>
              </p:cNvPr>
              <p:cNvSpPr/>
              <p:nvPr/>
            </p:nvSpPr>
            <p:spPr>
              <a:xfrm>
                <a:off x="2314821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FB91F3C7-BB80-F9C3-1795-01690232DEE7}"/>
                  </a:ext>
                </a:extLst>
              </p:cNvPr>
              <p:cNvSpPr/>
              <p:nvPr/>
            </p:nvSpPr>
            <p:spPr>
              <a:xfrm>
                <a:off x="3262784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28C36CED-B0FE-0449-09EA-AA4FE25DCA1E}"/>
                  </a:ext>
                </a:extLst>
              </p:cNvPr>
              <p:cNvSpPr/>
              <p:nvPr/>
            </p:nvSpPr>
            <p:spPr>
              <a:xfrm>
                <a:off x="4239946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E6B8EADC-D702-E272-0F91-8613702B2DC3}"/>
                  </a:ext>
                </a:extLst>
              </p:cNvPr>
              <p:cNvSpPr/>
              <p:nvPr/>
            </p:nvSpPr>
            <p:spPr>
              <a:xfrm>
                <a:off x="5217108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36F454F6-86C0-9B59-DDFD-B046889911A8}"/>
                  </a:ext>
                </a:extLst>
              </p:cNvPr>
              <p:cNvSpPr/>
              <p:nvPr/>
            </p:nvSpPr>
            <p:spPr>
              <a:xfrm>
                <a:off x="6194270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9413830B-0855-119D-160C-0A3FE36F94D8}"/>
                  </a:ext>
                </a:extLst>
              </p:cNvPr>
              <p:cNvSpPr/>
              <p:nvPr/>
            </p:nvSpPr>
            <p:spPr>
              <a:xfrm>
                <a:off x="7181943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C4F7BBAF-EF7E-681A-661F-4BEDF2986097}"/>
                  </a:ext>
                </a:extLst>
              </p:cNvPr>
              <p:cNvSpPr/>
              <p:nvPr/>
            </p:nvSpPr>
            <p:spPr>
              <a:xfrm>
                <a:off x="2314821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74601926-51B3-C5F8-1D85-44A68F1BD993}"/>
                  </a:ext>
                </a:extLst>
              </p:cNvPr>
              <p:cNvSpPr/>
              <p:nvPr/>
            </p:nvSpPr>
            <p:spPr>
              <a:xfrm>
                <a:off x="3262784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5EFB9BB7-0B8D-13DF-DDF9-481626E2C61C}"/>
                  </a:ext>
                </a:extLst>
              </p:cNvPr>
              <p:cNvSpPr/>
              <p:nvPr/>
            </p:nvSpPr>
            <p:spPr>
              <a:xfrm>
                <a:off x="4239946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B3CAC793-D503-7FE5-74E3-C8B8EB6241DE}"/>
                  </a:ext>
                </a:extLst>
              </p:cNvPr>
              <p:cNvSpPr/>
              <p:nvPr/>
            </p:nvSpPr>
            <p:spPr>
              <a:xfrm>
                <a:off x="5217108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E31D6638-46BB-D438-204D-420655B4F46B}"/>
                  </a:ext>
                </a:extLst>
              </p:cNvPr>
              <p:cNvSpPr/>
              <p:nvPr/>
            </p:nvSpPr>
            <p:spPr>
              <a:xfrm>
                <a:off x="6194270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ángulo 68">
                <a:extLst>
                  <a:ext uri="{FF2B5EF4-FFF2-40B4-BE49-F238E27FC236}">
                    <a16:creationId xmlns:a16="http://schemas.microsoft.com/office/drawing/2014/main" id="{A4259419-3FC1-4B1D-CFC4-851EF184679D}"/>
                  </a:ext>
                </a:extLst>
              </p:cNvPr>
              <p:cNvSpPr/>
              <p:nvPr/>
            </p:nvSpPr>
            <p:spPr>
              <a:xfrm>
                <a:off x="7181943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CC3566C8-6CDD-D2A0-FE2D-9056B284BDD2}"/>
                  </a:ext>
                </a:extLst>
              </p:cNvPr>
              <p:cNvSpPr/>
              <p:nvPr/>
            </p:nvSpPr>
            <p:spPr>
              <a:xfrm>
                <a:off x="2314821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ángulo 70">
                <a:extLst>
                  <a:ext uri="{FF2B5EF4-FFF2-40B4-BE49-F238E27FC236}">
                    <a16:creationId xmlns:a16="http://schemas.microsoft.com/office/drawing/2014/main" id="{5D4F6C6E-ED59-1D90-EB9A-AD80F28E153D}"/>
                  </a:ext>
                </a:extLst>
              </p:cNvPr>
              <p:cNvSpPr/>
              <p:nvPr/>
            </p:nvSpPr>
            <p:spPr>
              <a:xfrm>
                <a:off x="3262784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ángulo 71">
                <a:extLst>
                  <a:ext uri="{FF2B5EF4-FFF2-40B4-BE49-F238E27FC236}">
                    <a16:creationId xmlns:a16="http://schemas.microsoft.com/office/drawing/2014/main" id="{570592D2-C463-3A2F-CB69-D20C5E4078A7}"/>
                  </a:ext>
                </a:extLst>
              </p:cNvPr>
              <p:cNvSpPr/>
              <p:nvPr/>
            </p:nvSpPr>
            <p:spPr>
              <a:xfrm>
                <a:off x="4239946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ángulo 72">
                <a:extLst>
                  <a:ext uri="{FF2B5EF4-FFF2-40B4-BE49-F238E27FC236}">
                    <a16:creationId xmlns:a16="http://schemas.microsoft.com/office/drawing/2014/main" id="{BFA9E0B5-697E-D980-D954-A1E734DCABC9}"/>
                  </a:ext>
                </a:extLst>
              </p:cNvPr>
              <p:cNvSpPr/>
              <p:nvPr/>
            </p:nvSpPr>
            <p:spPr>
              <a:xfrm>
                <a:off x="5217108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ángulo 73">
                <a:extLst>
                  <a:ext uri="{FF2B5EF4-FFF2-40B4-BE49-F238E27FC236}">
                    <a16:creationId xmlns:a16="http://schemas.microsoft.com/office/drawing/2014/main" id="{3B5B0167-31C0-65F6-439E-B70D9EEA7A26}"/>
                  </a:ext>
                </a:extLst>
              </p:cNvPr>
              <p:cNvSpPr/>
              <p:nvPr/>
            </p:nvSpPr>
            <p:spPr>
              <a:xfrm>
                <a:off x="6194270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ángulo 74">
                <a:extLst>
                  <a:ext uri="{FF2B5EF4-FFF2-40B4-BE49-F238E27FC236}">
                    <a16:creationId xmlns:a16="http://schemas.microsoft.com/office/drawing/2014/main" id="{F9554C3F-ECD2-A3A7-2C1D-F3BFBF9566DA}"/>
                  </a:ext>
                </a:extLst>
              </p:cNvPr>
              <p:cNvSpPr/>
              <p:nvPr/>
            </p:nvSpPr>
            <p:spPr>
              <a:xfrm>
                <a:off x="7181943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ángulo 75">
                <a:extLst>
                  <a:ext uri="{FF2B5EF4-FFF2-40B4-BE49-F238E27FC236}">
                    <a16:creationId xmlns:a16="http://schemas.microsoft.com/office/drawing/2014/main" id="{D8EBCB5A-A4AC-4C91-EB7F-9D944E8D407B}"/>
                  </a:ext>
                </a:extLst>
              </p:cNvPr>
              <p:cNvSpPr/>
              <p:nvPr/>
            </p:nvSpPr>
            <p:spPr>
              <a:xfrm>
                <a:off x="2314821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ángulo 76">
                <a:extLst>
                  <a:ext uri="{FF2B5EF4-FFF2-40B4-BE49-F238E27FC236}">
                    <a16:creationId xmlns:a16="http://schemas.microsoft.com/office/drawing/2014/main" id="{F7093F88-72C7-9622-44E9-A47BCDA09871}"/>
                  </a:ext>
                </a:extLst>
              </p:cNvPr>
              <p:cNvSpPr/>
              <p:nvPr/>
            </p:nvSpPr>
            <p:spPr>
              <a:xfrm>
                <a:off x="3262784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ángulo 77">
                <a:extLst>
                  <a:ext uri="{FF2B5EF4-FFF2-40B4-BE49-F238E27FC236}">
                    <a16:creationId xmlns:a16="http://schemas.microsoft.com/office/drawing/2014/main" id="{A5E1B0C3-3918-37A1-21C1-B5800D3FFBC6}"/>
                  </a:ext>
                </a:extLst>
              </p:cNvPr>
              <p:cNvSpPr/>
              <p:nvPr/>
            </p:nvSpPr>
            <p:spPr>
              <a:xfrm>
                <a:off x="4239946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ángulo 78">
                <a:extLst>
                  <a:ext uri="{FF2B5EF4-FFF2-40B4-BE49-F238E27FC236}">
                    <a16:creationId xmlns:a16="http://schemas.microsoft.com/office/drawing/2014/main" id="{25C58218-007A-8406-127B-710C5B3619B5}"/>
                  </a:ext>
                </a:extLst>
              </p:cNvPr>
              <p:cNvSpPr/>
              <p:nvPr/>
            </p:nvSpPr>
            <p:spPr>
              <a:xfrm>
                <a:off x="5217108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ángulo 79">
                <a:extLst>
                  <a:ext uri="{FF2B5EF4-FFF2-40B4-BE49-F238E27FC236}">
                    <a16:creationId xmlns:a16="http://schemas.microsoft.com/office/drawing/2014/main" id="{951E9984-1EC9-89B1-4586-59A0C2569AA7}"/>
                  </a:ext>
                </a:extLst>
              </p:cNvPr>
              <p:cNvSpPr/>
              <p:nvPr/>
            </p:nvSpPr>
            <p:spPr>
              <a:xfrm>
                <a:off x="6194270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ángulo 80">
                <a:extLst>
                  <a:ext uri="{FF2B5EF4-FFF2-40B4-BE49-F238E27FC236}">
                    <a16:creationId xmlns:a16="http://schemas.microsoft.com/office/drawing/2014/main" id="{A5CA5276-046F-FE87-EC42-3850B0D6DF02}"/>
                  </a:ext>
                </a:extLst>
              </p:cNvPr>
              <p:cNvSpPr/>
              <p:nvPr/>
            </p:nvSpPr>
            <p:spPr>
              <a:xfrm>
                <a:off x="7181943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75B5D0F9-7510-319E-D016-ADBDC5A5EACC}"/>
                  </a:ext>
                </a:extLst>
              </p:cNvPr>
              <p:cNvSpPr/>
              <p:nvPr/>
            </p:nvSpPr>
            <p:spPr>
              <a:xfrm>
                <a:off x="2314821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9855FCDB-58BB-4368-CF1A-B614FF6A8878}"/>
                  </a:ext>
                </a:extLst>
              </p:cNvPr>
              <p:cNvSpPr/>
              <p:nvPr/>
            </p:nvSpPr>
            <p:spPr>
              <a:xfrm>
                <a:off x="3262784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EC6808A1-5976-F5BF-5824-E56029FC8F0A}"/>
                  </a:ext>
                </a:extLst>
              </p:cNvPr>
              <p:cNvSpPr/>
              <p:nvPr/>
            </p:nvSpPr>
            <p:spPr>
              <a:xfrm>
                <a:off x="4239946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B42B589F-14F4-896E-31F7-706EBC05CF4E}"/>
                  </a:ext>
                </a:extLst>
              </p:cNvPr>
              <p:cNvSpPr/>
              <p:nvPr/>
            </p:nvSpPr>
            <p:spPr>
              <a:xfrm>
                <a:off x="5217108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5E62A551-2AD4-C94E-C1E8-57E5EE3C77E2}"/>
                  </a:ext>
                </a:extLst>
              </p:cNvPr>
              <p:cNvSpPr/>
              <p:nvPr/>
            </p:nvSpPr>
            <p:spPr>
              <a:xfrm>
                <a:off x="6194270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ángulo 86">
                <a:extLst>
                  <a:ext uri="{FF2B5EF4-FFF2-40B4-BE49-F238E27FC236}">
                    <a16:creationId xmlns:a16="http://schemas.microsoft.com/office/drawing/2014/main" id="{13D7F6F5-58D9-654F-2E17-D28E42C93326}"/>
                  </a:ext>
                </a:extLst>
              </p:cNvPr>
              <p:cNvSpPr/>
              <p:nvPr/>
            </p:nvSpPr>
            <p:spPr>
              <a:xfrm>
                <a:off x="7181943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56746036-CB30-4C67-2F8F-B77EF8256425}"/>
                </a:ext>
              </a:extLst>
            </p:cNvPr>
            <p:cNvGrpSpPr/>
            <p:nvPr/>
          </p:nvGrpSpPr>
          <p:grpSpPr>
            <a:xfrm>
              <a:off x="6338780" y="4254836"/>
              <a:ext cx="1448634" cy="1289562"/>
              <a:chOff x="2314821" y="572362"/>
              <a:chExt cx="5633476" cy="5347549"/>
            </a:xfrm>
          </p:grpSpPr>
          <p:sp>
            <p:nvSpPr>
              <p:cNvPr id="89" name="Rectángulo 88">
                <a:extLst>
                  <a:ext uri="{FF2B5EF4-FFF2-40B4-BE49-F238E27FC236}">
                    <a16:creationId xmlns:a16="http://schemas.microsoft.com/office/drawing/2014/main" id="{739EDD51-6A70-8AD5-EF20-DD81993C04B9}"/>
                  </a:ext>
                </a:extLst>
              </p:cNvPr>
              <p:cNvSpPr/>
              <p:nvPr/>
            </p:nvSpPr>
            <p:spPr>
              <a:xfrm>
                <a:off x="2314821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ángulo 89">
                <a:extLst>
                  <a:ext uri="{FF2B5EF4-FFF2-40B4-BE49-F238E27FC236}">
                    <a16:creationId xmlns:a16="http://schemas.microsoft.com/office/drawing/2014/main" id="{2056BC08-47AD-39EB-78D8-847D2C1A815F}"/>
                  </a:ext>
                </a:extLst>
              </p:cNvPr>
              <p:cNvSpPr/>
              <p:nvPr/>
            </p:nvSpPr>
            <p:spPr>
              <a:xfrm>
                <a:off x="3262784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ángulo 90">
                <a:extLst>
                  <a:ext uri="{FF2B5EF4-FFF2-40B4-BE49-F238E27FC236}">
                    <a16:creationId xmlns:a16="http://schemas.microsoft.com/office/drawing/2014/main" id="{EC388449-6595-8BE2-7260-64AA0FC71192}"/>
                  </a:ext>
                </a:extLst>
              </p:cNvPr>
              <p:cNvSpPr/>
              <p:nvPr/>
            </p:nvSpPr>
            <p:spPr>
              <a:xfrm>
                <a:off x="4239946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A9A5CC62-C35A-DEF8-3FD6-438163C81A55}"/>
                  </a:ext>
                </a:extLst>
              </p:cNvPr>
              <p:cNvSpPr/>
              <p:nvPr/>
            </p:nvSpPr>
            <p:spPr>
              <a:xfrm>
                <a:off x="5217108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97B6D6AC-C9A7-A1C4-86C7-DC6349C2261A}"/>
                  </a:ext>
                </a:extLst>
              </p:cNvPr>
              <p:cNvSpPr/>
              <p:nvPr/>
            </p:nvSpPr>
            <p:spPr>
              <a:xfrm>
                <a:off x="6194270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2E7B2450-7E36-8923-14B3-06D0FD7E6BDD}"/>
                  </a:ext>
                </a:extLst>
              </p:cNvPr>
              <p:cNvSpPr/>
              <p:nvPr/>
            </p:nvSpPr>
            <p:spPr>
              <a:xfrm>
                <a:off x="7181943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ángulo 94">
                <a:extLst>
                  <a:ext uri="{FF2B5EF4-FFF2-40B4-BE49-F238E27FC236}">
                    <a16:creationId xmlns:a16="http://schemas.microsoft.com/office/drawing/2014/main" id="{C2BD0633-C36A-FD25-2B11-51EE7FE16914}"/>
                  </a:ext>
                </a:extLst>
              </p:cNvPr>
              <p:cNvSpPr/>
              <p:nvPr/>
            </p:nvSpPr>
            <p:spPr>
              <a:xfrm>
                <a:off x="2314821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ángulo 95">
                <a:extLst>
                  <a:ext uri="{FF2B5EF4-FFF2-40B4-BE49-F238E27FC236}">
                    <a16:creationId xmlns:a16="http://schemas.microsoft.com/office/drawing/2014/main" id="{91E33026-D37C-7F8C-F028-49AB04101280}"/>
                  </a:ext>
                </a:extLst>
              </p:cNvPr>
              <p:cNvSpPr/>
              <p:nvPr/>
            </p:nvSpPr>
            <p:spPr>
              <a:xfrm>
                <a:off x="3262784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ángulo 96">
                <a:extLst>
                  <a:ext uri="{FF2B5EF4-FFF2-40B4-BE49-F238E27FC236}">
                    <a16:creationId xmlns:a16="http://schemas.microsoft.com/office/drawing/2014/main" id="{9F33BBAD-8BCF-FEE9-FA3A-920D1C1DF7C7}"/>
                  </a:ext>
                </a:extLst>
              </p:cNvPr>
              <p:cNvSpPr/>
              <p:nvPr/>
            </p:nvSpPr>
            <p:spPr>
              <a:xfrm>
                <a:off x="4239946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A1524F93-E07F-4052-F9F5-52042EB3FBE3}"/>
                  </a:ext>
                </a:extLst>
              </p:cNvPr>
              <p:cNvSpPr/>
              <p:nvPr/>
            </p:nvSpPr>
            <p:spPr>
              <a:xfrm>
                <a:off x="5217108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ángulo 98">
                <a:extLst>
                  <a:ext uri="{FF2B5EF4-FFF2-40B4-BE49-F238E27FC236}">
                    <a16:creationId xmlns:a16="http://schemas.microsoft.com/office/drawing/2014/main" id="{A2ABDFB3-ED8E-EBB6-3873-F3B6399138B8}"/>
                  </a:ext>
                </a:extLst>
              </p:cNvPr>
              <p:cNvSpPr/>
              <p:nvPr/>
            </p:nvSpPr>
            <p:spPr>
              <a:xfrm>
                <a:off x="6194270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0E4C2DBB-DA49-C2FC-72E5-819D32C16193}"/>
                  </a:ext>
                </a:extLst>
              </p:cNvPr>
              <p:cNvSpPr/>
              <p:nvPr/>
            </p:nvSpPr>
            <p:spPr>
              <a:xfrm>
                <a:off x="7181943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ángulo 100">
                <a:extLst>
                  <a:ext uri="{FF2B5EF4-FFF2-40B4-BE49-F238E27FC236}">
                    <a16:creationId xmlns:a16="http://schemas.microsoft.com/office/drawing/2014/main" id="{05E8D1D6-8422-AE16-84B7-158B96474973}"/>
                  </a:ext>
                </a:extLst>
              </p:cNvPr>
              <p:cNvSpPr/>
              <p:nvPr/>
            </p:nvSpPr>
            <p:spPr>
              <a:xfrm>
                <a:off x="2314821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ángulo 101">
                <a:extLst>
                  <a:ext uri="{FF2B5EF4-FFF2-40B4-BE49-F238E27FC236}">
                    <a16:creationId xmlns:a16="http://schemas.microsoft.com/office/drawing/2014/main" id="{16E6F5BA-0C8B-5639-BF9B-0BBA19326CE3}"/>
                  </a:ext>
                </a:extLst>
              </p:cNvPr>
              <p:cNvSpPr/>
              <p:nvPr/>
            </p:nvSpPr>
            <p:spPr>
              <a:xfrm>
                <a:off x="3262784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ángulo 102">
                <a:extLst>
                  <a:ext uri="{FF2B5EF4-FFF2-40B4-BE49-F238E27FC236}">
                    <a16:creationId xmlns:a16="http://schemas.microsoft.com/office/drawing/2014/main" id="{F9F12609-F710-3E95-0211-C8352BC1727B}"/>
                  </a:ext>
                </a:extLst>
              </p:cNvPr>
              <p:cNvSpPr/>
              <p:nvPr/>
            </p:nvSpPr>
            <p:spPr>
              <a:xfrm>
                <a:off x="4239946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ángulo 103">
                <a:extLst>
                  <a:ext uri="{FF2B5EF4-FFF2-40B4-BE49-F238E27FC236}">
                    <a16:creationId xmlns:a16="http://schemas.microsoft.com/office/drawing/2014/main" id="{715BE4AD-2134-3F16-B2E9-6BACBCDA80C3}"/>
                  </a:ext>
                </a:extLst>
              </p:cNvPr>
              <p:cNvSpPr/>
              <p:nvPr/>
            </p:nvSpPr>
            <p:spPr>
              <a:xfrm>
                <a:off x="5217108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ángulo 104">
                <a:extLst>
                  <a:ext uri="{FF2B5EF4-FFF2-40B4-BE49-F238E27FC236}">
                    <a16:creationId xmlns:a16="http://schemas.microsoft.com/office/drawing/2014/main" id="{51B2268B-E2F1-FE59-F569-A27910AB1AEC}"/>
                  </a:ext>
                </a:extLst>
              </p:cNvPr>
              <p:cNvSpPr/>
              <p:nvPr/>
            </p:nvSpPr>
            <p:spPr>
              <a:xfrm>
                <a:off x="6194270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ángulo 105">
                <a:extLst>
                  <a:ext uri="{FF2B5EF4-FFF2-40B4-BE49-F238E27FC236}">
                    <a16:creationId xmlns:a16="http://schemas.microsoft.com/office/drawing/2014/main" id="{DB1F8058-B5DC-EA76-BF39-789CDFBBDCB4}"/>
                  </a:ext>
                </a:extLst>
              </p:cNvPr>
              <p:cNvSpPr/>
              <p:nvPr/>
            </p:nvSpPr>
            <p:spPr>
              <a:xfrm>
                <a:off x="7181943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1AC6A17C-C057-79EA-574A-E2339A43EF78}"/>
                  </a:ext>
                </a:extLst>
              </p:cNvPr>
              <p:cNvSpPr/>
              <p:nvPr/>
            </p:nvSpPr>
            <p:spPr>
              <a:xfrm>
                <a:off x="2314821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ángulo 107">
                <a:extLst>
                  <a:ext uri="{FF2B5EF4-FFF2-40B4-BE49-F238E27FC236}">
                    <a16:creationId xmlns:a16="http://schemas.microsoft.com/office/drawing/2014/main" id="{B261B3F1-8154-9091-F75F-F7455C316878}"/>
                  </a:ext>
                </a:extLst>
              </p:cNvPr>
              <p:cNvSpPr/>
              <p:nvPr/>
            </p:nvSpPr>
            <p:spPr>
              <a:xfrm>
                <a:off x="3262784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ángulo 108">
                <a:extLst>
                  <a:ext uri="{FF2B5EF4-FFF2-40B4-BE49-F238E27FC236}">
                    <a16:creationId xmlns:a16="http://schemas.microsoft.com/office/drawing/2014/main" id="{0543E4B1-1DD3-04D0-4B5F-CA4E93D25A95}"/>
                  </a:ext>
                </a:extLst>
              </p:cNvPr>
              <p:cNvSpPr/>
              <p:nvPr/>
            </p:nvSpPr>
            <p:spPr>
              <a:xfrm>
                <a:off x="4239946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ángulo 109">
                <a:extLst>
                  <a:ext uri="{FF2B5EF4-FFF2-40B4-BE49-F238E27FC236}">
                    <a16:creationId xmlns:a16="http://schemas.microsoft.com/office/drawing/2014/main" id="{E581E457-4DA0-6D8A-D160-9C1CE489C911}"/>
                  </a:ext>
                </a:extLst>
              </p:cNvPr>
              <p:cNvSpPr/>
              <p:nvPr/>
            </p:nvSpPr>
            <p:spPr>
              <a:xfrm>
                <a:off x="5217108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ángulo 110">
                <a:extLst>
                  <a:ext uri="{FF2B5EF4-FFF2-40B4-BE49-F238E27FC236}">
                    <a16:creationId xmlns:a16="http://schemas.microsoft.com/office/drawing/2014/main" id="{A19861DC-5AD0-8468-82FE-BB3C0E73B2B9}"/>
                  </a:ext>
                </a:extLst>
              </p:cNvPr>
              <p:cNvSpPr/>
              <p:nvPr/>
            </p:nvSpPr>
            <p:spPr>
              <a:xfrm>
                <a:off x="6194270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ángulo 111">
                <a:extLst>
                  <a:ext uri="{FF2B5EF4-FFF2-40B4-BE49-F238E27FC236}">
                    <a16:creationId xmlns:a16="http://schemas.microsoft.com/office/drawing/2014/main" id="{8E820BB2-6465-D820-8493-AA8AEDF90699}"/>
                  </a:ext>
                </a:extLst>
              </p:cNvPr>
              <p:cNvSpPr/>
              <p:nvPr/>
            </p:nvSpPr>
            <p:spPr>
              <a:xfrm>
                <a:off x="7181943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ángulo 112">
                <a:extLst>
                  <a:ext uri="{FF2B5EF4-FFF2-40B4-BE49-F238E27FC236}">
                    <a16:creationId xmlns:a16="http://schemas.microsoft.com/office/drawing/2014/main" id="{5458542A-9B5B-BE1B-F219-17C4B3C2ECD7}"/>
                  </a:ext>
                </a:extLst>
              </p:cNvPr>
              <p:cNvSpPr/>
              <p:nvPr/>
            </p:nvSpPr>
            <p:spPr>
              <a:xfrm>
                <a:off x="2314821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ángulo 113">
                <a:extLst>
                  <a:ext uri="{FF2B5EF4-FFF2-40B4-BE49-F238E27FC236}">
                    <a16:creationId xmlns:a16="http://schemas.microsoft.com/office/drawing/2014/main" id="{5957B191-B1E8-3D44-3CB5-9C20B51C2E3F}"/>
                  </a:ext>
                </a:extLst>
              </p:cNvPr>
              <p:cNvSpPr/>
              <p:nvPr/>
            </p:nvSpPr>
            <p:spPr>
              <a:xfrm>
                <a:off x="3262784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ángulo 114">
                <a:extLst>
                  <a:ext uri="{FF2B5EF4-FFF2-40B4-BE49-F238E27FC236}">
                    <a16:creationId xmlns:a16="http://schemas.microsoft.com/office/drawing/2014/main" id="{CA8E0176-8958-2396-9491-0EF4C2FA67FF}"/>
                  </a:ext>
                </a:extLst>
              </p:cNvPr>
              <p:cNvSpPr/>
              <p:nvPr/>
            </p:nvSpPr>
            <p:spPr>
              <a:xfrm>
                <a:off x="4239946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ángulo 115">
                <a:extLst>
                  <a:ext uri="{FF2B5EF4-FFF2-40B4-BE49-F238E27FC236}">
                    <a16:creationId xmlns:a16="http://schemas.microsoft.com/office/drawing/2014/main" id="{EB79888E-A8FA-AD5C-8C04-A401EFE03A01}"/>
                  </a:ext>
                </a:extLst>
              </p:cNvPr>
              <p:cNvSpPr/>
              <p:nvPr/>
            </p:nvSpPr>
            <p:spPr>
              <a:xfrm>
                <a:off x="5217108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ángulo 116">
                <a:extLst>
                  <a:ext uri="{FF2B5EF4-FFF2-40B4-BE49-F238E27FC236}">
                    <a16:creationId xmlns:a16="http://schemas.microsoft.com/office/drawing/2014/main" id="{C4CBE519-9D6E-ADFE-C3F6-016038D1D6A5}"/>
                  </a:ext>
                </a:extLst>
              </p:cNvPr>
              <p:cNvSpPr/>
              <p:nvPr/>
            </p:nvSpPr>
            <p:spPr>
              <a:xfrm>
                <a:off x="6194270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ángulo 117">
                <a:extLst>
                  <a:ext uri="{FF2B5EF4-FFF2-40B4-BE49-F238E27FC236}">
                    <a16:creationId xmlns:a16="http://schemas.microsoft.com/office/drawing/2014/main" id="{74482F39-B0F6-F6E4-E29B-04C980003719}"/>
                  </a:ext>
                </a:extLst>
              </p:cNvPr>
              <p:cNvSpPr/>
              <p:nvPr/>
            </p:nvSpPr>
            <p:spPr>
              <a:xfrm>
                <a:off x="7181943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ángulo 118">
                <a:extLst>
                  <a:ext uri="{FF2B5EF4-FFF2-40B4-BE49-F238E27FC236}">
                    <a16:creationId xmlns:a16="http://schemas.microsoft.com/office/drawing/2014/main" id="{C5E07D95-88A6-BC02-9ADF-3777A1315027}"/>
                  </a:ext>
                </a:extLst>
              </p:cNvPr>
              <p:cNvSpPr/>
              <p:nvPr/>
            </p:nvSpPr>
            <p:spPr>
              <a:xfrm>
                <a:off x="2314821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ángulo 119">
                <a:extLst>
                  <a:ext uri="{FF2B5EF4-FFF2-40B4-BE49-F238E27FC236}">
                    <a16:creationId xmlns:a16="http://schemas.microsoft.com/office/drawing/2014/main" id="{CB4D9D1A-B1E0-121B-81F7-B5480521A2C0}"/>
                  </a:ext>
                </a:extLst>
              </p:cNvPr>
              <p:cNvSpPr/>
              <p:nvPr/>
            </p:nvSpPr>
            <p:spPr>
              <a:xfrm>
                <a:off x="3262784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ángulo 120">
                <a:extLst>
                  <a:ext uri="{FF2B5EF4-FFF2-40B4-BE49-F238E27FC236}">
                    <a16:creationId xmlns:a16="http://schemas.microsoft.com/office/drawing/2014/main" id="{AD9F644C-7ECF-421B-5479-C9B774CEF041}"/>
                  </a:ext>
                </a:extLst>
              </p:cNvPr>
              <p:cNvSpPr/>
              <p:nvPr/>
            </p:nvSpPr>
            <p:spPr>
              <a:xfrm>
                <a:off x="4239946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ángulo 121">
                <a:extLst>
                  <a:ext uri="{FF2B5EF4-FFF2-40B4-BE49-F238E27FC236}">
                    <a16:creationId xmlns:a16="http://schemas.microsoft.com/office/drawing/2014/main" id="{40E02582-E5A2-76B4-7C18-0C7E52BD7BAB}"/>
                  </a:ext>
                </a:extLst>
              </p:cNvPr>
              <p:cNvSpPr/>
              <p:nvPr/>
            </p:nvSpPr>
            <p:spPr>
              <a:xfrm>
                <a:off x="5217108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ángulo 122">
                <a:extLst>
                  <a:ext uri="{FF2B5EF4-FFF2-40B4-BE49-F238E27FC236}">
                    <a16:creationId xmlns:a16="http://schemas.microsoft.com/office/drawing/2014/main" id="{07ABB129-CEFD-35E1-6200-B11D173461FE}"/>
                  </a:ext>
                </a:extLst>
              </p:cNvPr>
              <p:cNvSpPr/>
              <p:nvPr/>
            </p:nvSpPr>
            <p:spPr>
              <a:xfrm>
                <a:off x="6194270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ángulo 123">
                <a:extLst>
                  <a:ext uri="{FF2B5EF4-FFF2-40B4-BE49-F238E27FC236}">
                    <a16:creationId xmlns:a16="http://schemas.microsoft.com/office/drawing/2014/main" id="{F407475A-F32B-8F74-6A7F-8E4EAA43DA08}"/>
                  </a:ext>
                </a:extLst>
              </p:cNvPr>
              <p:cNvSpPr/>
              <p:nvPr/>
            </p:nvSpPr>
            <p:spPr>
              <a:xfrm>
                <a:off x="7181943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26" name="Imagen 125">
              <a:extLst>
                <a:ext uri="{FF2B5EF4-FFF2-40B4-BE49-F238E27FC236}">
                  <a16:creationId xmlns:a16="http://schemas.microsoft.com/office/drawing/2014/main" id="{8CDAEE73-CFDA-B71E-9124-93C41BB76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/>
            <a:stretch/>
          </p:blipFill>
          <p:spPr>
            <a:xfrm>
              <a:off x="8806364" y="2216564"/>
              <a:ext cx="1980195" cy="2044383"/>
            </a:xfrm>
            <a:prstGeom prst="rect">
              <a:avLst/>
            </a:prstGeom>
          </p:spPr>
        </p:pic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3B3AB2C8-9A25-406D-C049-3B64BD3B9C06}"/>
                </a:ext>
              </a:extLst>
            </p:cNvPr>
            <p:cNvSpPr txBox="1"/>
            <p:nvPr/>
          </p:nvSpPr>
          <p:spPr>
            <a:xfrm>
              <a:off x="8252260" y="1816454"/>
              <a:ext cx="313540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Rojo + Verde + Azul + </a:t>
              </a:r>
              <a:r>
                <a:rPr lang="en-US" sz="2000" b="1" dirty="0" err="1"/>
                <a:t>Sesgo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9377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upo 79">
            <a:extLst>
              <a:ext uri="{FF2B5EF4-FFF2-40B4-BE49-F238E27FC236}">
                <a16:creationId xmlns:a16="http://schemas.microsoft.com/office/drawing/2014/main" id="{C88BF360-EEF8-F3D2-0A2C-5867C9E2EF68}"/>
              </a:ext>
            </a:extLst>
          </p:cNvPr>
          <p:cNvGrpSpPr/>
          <p:nvPr/>
        </p:nvGrpSpPr>
        <p:grpSpPr>
          <a:xfrm>
            <a:off x="1424763" y="818707"/>
            <a:ext cx="8320820" cy="4598592"/>
            <a:chOff x="347133" y="152400"/>
            <a:chExt cx="7772850" cy="4190998"/>
          </a:xfrm>
        </p:grpSpPr>
        <p:pic>
          <p:nvPicPr>
            <p:cNvPr id="70" name="Imagen 69">
              <a:extLst>
                <a:ext uri="{FF2B5EF4-FFF2-40B4-BE49-F238E27FC236}">
                  <a16:creationId xmlns:a16="http://schemas.microsoft.com/office/drawing/2014/main" id="{4FFFF608-734A-D7D8-C5DA-B6BC383D8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7284" y="855131"/>
              <a:ext cx="1352699" cy="3488267"/>
            </a:xfrm>
            <a:prstGeom prst="rect">
              <a:avLst/>
            </a:prstGeom>
          </p:spPr>
        </p:pic>
        <p:pic>
          <p:nvPicPr>
            <p:cNvPr id="71" name="Imagen 70">
              <a:extLst>
                <a:ext uri="{FF2B5EF4-FFF2-40B4-BE49-F238E27FC236}">
                  <a16:creationId xmlns:a16="http://schemas.microsoft.com/office/drawing/2014/main" id="{262A142A-3FDC-24B9-68C9-5F6632BF40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67" t="14618" r="64044" b="14106"/>
            <a:stretch/>
          </p:blipFill>
          <p:spPr>
            <a:xfrm>
              <a:off x="347133" y="1600200"/>
              <a:ext cx="1913468" cy="2133600"/>
            </a:xfrm>
            <a:prstGeom prst="rect">
              <a:avLst/>
            </a:prstGeom>
          </p:spPr>
        </p:pic>
        <p:pic>
          <p:nvPicPr>
            <p:cNvPr id="72" name="Imagen 71">
              <a:extLst>
                <a:ext uri="{FF2B5EF4-FFF2-40B4-BE49-F238E27FC236}">
                  <a16:creationId xmlns:a16="http://schemas.microsoft.com/office/drawing/2014/main" id="{3CFE0A4A-5DA6-EDFA-C91A-8C2E519FFE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3309" r="6064"/>
            <a:stretch/>
          </p:blipFill>
          <p:spPr>
            <a:xfrm>
              <a:off x="3852137" y="1220912"/>
              <a:ext cx="1355191" cy="2892175"/>
            </a:xfrm>
            <a:prstGeom prst="rect">
              <a:avLst/>
            </a:prstGeom>
          </p:spPr>
        </p:pic>
        <p:pic>
          <p:nvPicPr>
            <p:cNvPr id="74" name="Imagen 73">
              <a:extLst>
                <a:ext uri="{FF2B5EF4-FFF2-40B4-BE49-F238E27FC236}">
                  <a16:creationId xmlns:a16="http://schemas.microsoft.com/office/drawing/2014/main" id="{86130F9B-F29E-79F4-C179-C9B877F78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822" y="1220912"/>
              <a:ext cx="1469094" cy="2892175"/>
            </a:xfrm>
            <a:prstGeom prst="rect">
              <a:avLst/>
            </a:prstGeom>
          </p:spPr>
        </p:pic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8F296D86-07DE-2877-10A3-6F99064A5057}"/>
                </a:ext>
              </a:extLst>
            </p:cNvPr>
            <p:cNvSpPr txBox="1"/>
            <p:nvPr/>
          </p:nvSpPr>
          <p:spPr>
            <a:xfrm>
              <a:off x="5124750" y="1737268"/>
              <a:ext cx="164253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32</a:t>
              </a:r>
            </a:p>
            <a:p>
              <a:pPr algn="ctr"/>
              <a:r>
                <a:rPr lang="en-US" dirty="0"/>
                <a:t> </a:t>
              </a:r>
              <a:r>
                <a:rPr lang="es-CO" dirty="0"/>
                <a:t>núcleos</a:t>
              </a:r>
            </a:p>
            <a:p>
              <a:pPr algn="ctr"/>
              <a:r>
                <a:rPr lang="en-US" dirty="0"/>
                <a:t>96</a:t>
              </a:r>
            </a:p>
            <a:p>
              <a:pPr algn="ctr"/>
              <a:r>
                <a:rPr lang="en-US" dirty="0"/>
                <a:t> </a:t>
              </a:r>
              <a:r>
                <a:rPr lang="es-CO" dirty="0"/>
                <a:t>convoluciones</a:t>
              </a:r>
            </a:p>
          </p:txBody>
        </p:sp>
        <p:pic>
          <p:nvPicPr>
            <p:cNvPr id="77" name="Imagen 76">
              <a:extLst>
                <a:ext uri="{FF2B5EF4-FFF2-40B4-BE49-F238E27FC236}">
                  <a16:creationId xmlns:a16="http://schemas.microsoft.com/office/drawing/2014/main" id="{5DF6D1BD-0FC5-6CD5-A1C8-3708BBBA68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160" r="52218" b="90860"/>
            <a:stretch/>
          </p:blipFill>
          <p:spPr>
            <a:xfrm>
              <a:off x="2142066" y="786811"/>
              <a:ext cx="1845537" cy="343436"/>
            </a:xfrm>
            <a:prstGeom prst="rect">
              <a:avLst/>
            </a:prstGeom>
          </p:spPr>
        </p:pic>
        <p:pic>
          <p:nvPicPr>
            <p:cNvPr id="78" name="Imagen 77">
              <a:extLst>
                <a:ext uri="{FF2B5EF4-FFF2-40B4-BE49-F238E27FC236}">
                  <a16:creationId xmlns:a16="http://schemas.microsoft.com/office/drawing/2014/main" id="{5C71CFD0-CA7F-393F-146D-A230BEC8B4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0849" r="8973" b="83544"/>
            <a:stretch/>
          </p:blipFill>
          <p:spPr>
            <a:xfrm>
              <a:off x="3970669" y="550151"/>
              <a:ext cx="1261729" cy="597030"/>
            </a:xfrm>
            <a:prstGeom prst="rect">
              <a:avLst/>
            </a:prstGeom>
          </p:spPr>
        </p:pic>
        <p:pic>
          <p:nvPicPr>
            <p:cNvPr id="79" name="Imagen 78">
              <a:extLst>
                <a:ext uri="{FF2B5EF4-FFF2-40B4-BE49-F238E27FC236}">
                  <a16:creationId xmlns:a16="http://schemas.microsoft.com/office/drawing/2014/main" id="{D984E1C7-C43F-4FF3-02B0-9C89B7B4AA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914" r="54298"/>
            <a:stretch/>
          </p:blipFill>
          <p:spPr>
            <a:xfrm>
              <a:off x="4308691" y="152400"/>
              <a:ext cx="512016" cy="5195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7111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87FF552E-AC8C-7506-8544-21F79BD11C30}"/>
              </a:ext>
            </a:extLst>
          </p:cNvPr>
          <p:cNvGrpSpPr/>
          <p:nvPr/>
        </p:nvGrpSpPr>
        <p:grpSpPr>
          <a:xfrm>
            <a:off x="123735" y="0"/>
            <a:ext cx="6648093" cy="3358373"/>
            <a:chOff x="1878107" y="854126"/>
            <a:chExt cx="6648093" cy="3358373"/>
          </a:xfrm>
        </p:grpSpPr>
        <p:sp>
          <p:nvSpPr>
            <p:cNvPr id="4" name="TextBox 38">
              <a:extLst>
                <a:ext uri="{FF2B5EF4-FFF2-40B4-BE49-F238E27FC236}">
                  <a16:creationId xmlns:a16="http://schemas.microsoft.com/office/drawing/2014/main" id="{3BB5D633-B409-B790-F92B-60DA3F6D4CD6}"/>
                </a:ext>
              </a:extLst>
            </p:cNvPr>
            <p:cNvSpPr txBox="1"/>
            <p:nvPr/>
          </p:nvSpPr>
          <p:spPr>
            <a:xfrm>
              <a:off x="2237392" y="854126"/>
              <a:ext cx="179222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200" b="1" dirty="0" err="1">
                  <a:solidFill>
                    <a:srgbClr val="141414"/>
                  </a:solidFill>
                  <a:latin typeface="Arial"/>
                </a:rPr>
                <a:t>Capa</a:t>
              </a:r>
              <a:r>
                <a:rPr lang="en-US" sz="2200" b="1" dirty="0">
                  <a:solidFill>
                    <a:srgbClr val="141414"/>
                  </a:solidFill>
                  <a:latin typeface="Arial"/>
                </a:rPr>
                <a:t> de </a:t>
              </a:r>
              <a:r>
                <a:rPr lang="es-CO" sz="2200" b="1" dirty="0">
                  <a:solidFill>
                    <a:srgbClr val="141414"/>
                  </a:solidFill>
                  <a:latin typeface="Arial"/>
                </a:rPr>
                <a:t>Agrupación</a:t>
              </a: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90DF28F-8C7A-C200-0303-19F65DAD4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8107" y="1623567"/>
              <a:ext cx="6542879" cy="2588932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29F4FFB5-A37D-D0F9-0568-F75D0E72AE19}"/>
                </a:ext>
              </a:extLst>
            </p:cNvPr>
            <p:cNvSpPr txBox="1"/>
            <p:nvPr/>
          </p:nvSpPr>
          <p:spPr>
            <a:xfrm>
              <a:off x="4345257" y="1388822"/>
              <a:ext cx="418094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s-CO" sz="2000" dirty="0">
                  <a:latin typeface="Eco Sans Bold"/>
                </a:rPr>
                <a:t>Reduce tamaño imagen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s-CO" sz="2000" dirty="0">
                  <a:latin typeface="Eco Sans Bold"/>
                </a:rPr>
                <a:t>Resalta características importantes</a:t>
              </a:r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F511AEFE-9B8F-FDCD-EB94-09757AA4F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35" y="3923275"/>
            <a:ext cx="2588932" cy="258893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1DBB203-36FD-8E80-383D-5224C5BAC2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910" b="62297"/>
          <a:stretch/>
        </p:blipFill>
        <p:spPr>
          <a:xfrm>
            <a:off x="2870479" y="4346922"/>
            <a:ext cx="2406235" cy="174163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6161E11-837E-93A1-633B-AE54FAB44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526" y="4369845"/>
            <a:ext cx="2406234" cy="174163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369013A-10EE-72F8-64F8-C74EAE44F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292" y="4433643"/>
            <a:ext cx="1639715" cy="1611498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D55393DA-4844-7E01-2266-D0A4E9B20FE3}"/>
              </a:ext>
            </a:extLst>
          </p:cNvPr>
          <p:cNvGrpSpPr/>
          <p:nvPr/>
        </p:nvGrpSpPr>
        <p:grpSpPr>
          <a:xfrm>
            <a:off x="7935826" y="4452049"/>
            <a:ext cx="572387" cy="521129"/>
            <a:chOff x="10638279" y="2520307"/>
            <a:chExt cx="572387" cy="521129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E5A27FB-BFEF-5BB4-AF18-7ABAA356BD31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4313D4D7-31B6-70A7-D9B6-C1982379918B}"/>
                </a:ext>
              </a:extLst>
            </p:cNvPr>
            <p:cNvCxnSpPr>
              <a:stCxn id="15" idx="0"/>
              <a:endCxn id="15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6D1E1140-9246-CB21-A084-0F9487C26ECC}"/>
                </a:ext>
              </a:extLst>
            </p:cNvPr>
            <p:cNvCxnSpPr>
              <a:stCxn id="15" idx="1"/>
              <a:endCxn id="15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6886FE0D-5E55-0AED-4C70-CBE7F6493579}"/>
              </a:ext>
            </a:extLst>
          </p:cNvPr>
          <p:cNvGrpSpPr/>
          <p:nvPr/>
        </p:nvGrpSpPr>
        <p:grpSpPr>
          <a:xfrm>
            <a:off x="10194973" y="4763789"/>
            <a:ext cx="858577" cy="788064"/>
            <a:chOff x="9765685" y="3783349"/>
            <a:chExt cx="858577" cy="788064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1D051626-9790-3943-2C08-96816DC606E4}"/>
                </a:ext>
              </a:extLst>
            </p:cNvPr>
            <p:cNvGrpSpPr/>
            <p:nvPr/>
          </p:nvGrpSpPr>
          <p:grpSpPr>
            <a:xfrm>
              <a:off x="9765685" y="3783350"/>
              <a:ext cx="858577" cy="781692"/>
              <a:chOff x="10638279" y="2520307"/>
              <a:chExt cx="858577" cy="781692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28AF7471-95A2-D550-EB2C-B2A04B4AA598}"/>
                  </a:ext>
                </a:extLst>
              </p:cNvPr>
              <p:cNvSpPr/>
              <p:nvPr/>
            </p:nvSpPr>
            <p:spPr>
              <a:xfrm>
                <a:off x="10638279" y="2520307"/>
                <a:ext cx="572387" cy="52112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5FE9294C-D3B3-6F33-ABB7-AA4F6CA2C4AB}"/>
                  </a:ext>
                </a:extLst>
              </p:cNvPr>
              <p:cNvCxnSpPr>
                <a:cxnSpLocks/>
                <a:stCxn id="22" idx="0"/>
              </p:cNvCxnSpPr>
              <p:nvPr/>
            </p:nvCxnSpPr>
            <p:spPr>
              <a:xfrm flipH="1">
                <a:off x="10924472" y="2520307"/>
                <a:ext cx="1" cy="781692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136440F0-0C3F-5258-430D-B31FAC36C60A}"/>
                  </a:ext>
                </a:extLst>
              </p:cNvPr>
              <p:cNvCxnSpPr>
                <a:cxnSpLocks/>
                <a:stCxn id="22" idx="1"/>
                <a:endCxn id="25" idx="3"/>
              </p:cNvCxnSpPr>
              <p:nvPr/>
            </p:nvCxnSpPr>
            <p:spPr>
              <a:xfrm flipV="1">
                <a:off x="10638279" y="2780871"/>
                <a:ext cx="858577" cy="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A8D1BE0-2DDE-368C-F622-4FCAC31774BA}"/>
                </a:ext>
              </a:extLst>
            </p:cNvPr>
            <p:cNvSpPr/>
            <p:nvPr/>
          </p:nvSpPr>
          <p:spPr>
            <a:xfrm>
              <a:off x="10338068" y="3783349"/>
              <a:ext cx="286194" cy="52112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4BB74D19-6779-7560-E8D8-585FC933CA2D}"/>
                </a:ext>
              </a:extLst>
            </p:cNvPr>
            <p:cNvSpPr/>
            <p:nvPr/>
          </p:nvSpPr>
          <p:spPr>
            <a:xfrm>
              <a:off x="9766400" y="4304478"/>
              <a:ext cx="857862" cy="260564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3F7E1881-C2B7-45D3-5CA0-CCFD9882D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7356" y="4283413"/>
              <a:ext cx="1" cy="288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E027325-E161-2175-6298-4D0838444769}"/>
              </a:ext>
            </a:extLst>
          </p:cNvPr>
          <p:cNvGrpSpPr/>
          <p:nvPr/>
        </p:nvGrpSpPr>
        <p:grpSpPr>
          <a:xfrm>
            <a:off x="8555135" y="4477449"/>
            <a:ext cx="456786" cy="475551"/>
            <a:chOff x="10638279" y="2520307"/>
            <a:chExt cx="572387" cy="521129"/>
          </a:xfrm>
        </p:grpSpPr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659E660D-1C51-F5ED-E3E0-35CA2EE9A60E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7E18E8B-4B44-270D-1453-48DE05EC74F4}"/>
                </a:ext>
              </a:extLst>
            </p:cNvPr>
            <p:cNvCxnSpPr>
              <a:stCxn id="35" idx="0"/>
              <a:endCxn id="35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4A9BF7A-D536-EFAD-B280-8C6AF21E56CD}"/>
                </a:ext>
              </a:extLst>
            </p:cNvPr>
            <p:cNvCxnSpPr>
              <a:stCxn id="35" idx="1"/>
              <a:endCxn id="35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D796FD04-9739-9994-3366-7ACC0C31DBA9}"/>
              </a:ext>
            </a:extLst>
          </p:cNvPr>
          <p:cNvGrpSpPr/>
          <p:nvPr/>
        </p:nvGrpSpPr>
        <p:grpSpPr>
          <a:xfrm>
            <a:off x="9040283" y="4462209"/>
            <a:ext cx="543724" cy="521129"/>
            <a:chOff x="10638279" y="2520307"/>
            <a:chExt cx="572387" cy="521129"/>
          </a:xfrm>
        </p:grpSpPr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5E8226C2-EAB9-3A3D-D99A-C530F9F37A70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3F1719DD-A473-A54C-AC95-DBCBB21191AA}"/>
                </a:ext>
              </a:extLst>
            </p:cNvPr>
            <p:cNvCxnSpPr>
              <a:stCxn id="39" idx="0"/>
              <a:endCxn id="39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C6F0C31-2EC8-659C-C4FF-5703BE53D16C}"/>
                </a:ext>
              </a:extLst>
            </p:cNvPr>
            <p:cNvCxnSpPr>
              <a:stCxn id="39" idx="1"/>
              <a:endCxn id="39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36239D82-17AD-64EB-6830-31FD8736AC35}"/>
              </a:ext>
            </a:extLst>
          </p:cNvPr>
          <p:cNvGrpSpPr/>
          <p:nvPr/>
        </p:nvGrpSpPr>
        <p:grpSpPr>
          <a:xfrm>
            <a:off x="7930001" y="4991584"/>
            <a:ext cx="572387" cy="521129"/>
            <a:chOff x="10638279" y="2520307"/>
            <a:chExt cx="572387" cy="521129"/>
          </a:xfrm>
        </p:grpSpPr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A5CA2ABC-C203-D58A-682F-6CF07FCCB330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C09B2CEB-7553-D707-117C-0CAC926C5B2B}"/>
                </a:ext>
              </a:extLst>
            </p:cNvPr>
            <p:cNvCxnSpPr>
              <a:stCxn id="43" idx="0"/>
              <a:endCxn id="43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09A20B55-DE92-67C2-5AC4-00E28CB9A0B7}"/>
                </a:ext>
              </a:extLst>
            </p:cNvPr>
            <p:cNvCxnSpPr>
              <a:stCxn id="43" idx="1"/>
              <a:endCxn id="43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9EB1B130-B1D7-5E67-7F7A-7063DA1018E5}"/>
              </a:ext>
            </a:extLst>
          </p:cNvPr>
          <p:cNvGrpSpPr/>
          <p:nvPr/>
        </p:nvGrpSpPr>
        <p:grpSpPr>
          <a:xfrm>
            <a:off x="8549310" y="5016984"/>
            <a:ext cx="456786" cy="475551"/>
            <a:chOff x="10638279" y="2520307"/>
            <a:chExt cx="572387" cy="521129"/>
          </a:xfrm>
        </p:grpSpPr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E992EC3-DB41-2577-38EC-6F4F578D169E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5A482BE6-1F8E-B99A-7B3B-F678FFC0B9F2}"/>
                </a:ext>
              </a:extLst>
            </p:cNvPr>
            <p:cNvCxnSpPr>
              <a:stCxn id="47" idx="0"/>
              <a:endCxn id="47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EE0FEB83-F2B0-FB5E-7414-5145225BA8E8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1A1ECFDD-1F1B-C943-B3D2-D267F4CDB2B3}"/>
              </a:ext>
            </a:extLst>
          </p:cNvPr>
          <p:cNvGrpSpPr/>
          <p:nvPr/>
        </p:nvGrpSpPr>
        <p:grpSpPr>
          <a:xfrm>
            <a:off x="9034458" y="5001744"/>
            <a:ext cx="543724" cy="521129"/>
            <a:chOff x="10638279" y="2520307"/>
            <a:chExt cx="572387" cy="521129"/>
          </a:xfrm>
        </p:grpSpPr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7FF6582C-6DB4-83A1-671E-A56D93303133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7B8D077-57C1-2334-A493-135A2DC51F37}"/>
                </a:ext>
              </a:extLst>
            </p:cNvPr>
            <p:cNvCxnSpPr>
              <a:stCxn id="51" idx="0"/>
              <a:endCxn id="51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DDC89049-A716-C440-D3D0-3EAE27DDF99E}"/>
                </a:ext>
              </a:extLst>
            </p:cNvPr>
            <p:cNvCxnSpPr>
              <a:stCxn id="51" idx="1"/>
              <a:endCxn id="51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14F3A5DE-EF6D-6D9A-373E-CD169EDA6A0D}"/>
              </a:ext>
            </a:extLst>
          </p:cNvPr>
          <p:cNvGrpSpPr/>
          <p:nvPr/>
        </p:nvGrpSpPr>
        <p:grpSpPr>
          <a:xfrm>
            <a:off x="7924561" y="5533188"/>
            <a:ext cx="572387" cy="521129"/>
            <a:chOff x="10638279" y="2520307"/>
            <a:chExt cx="572387" cy="521129"/>
          </a:xfrm>
        </p:grpSpPr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3D0DD163-09AC-7187-91D4-66807B5068FE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4DE1908-336B-089B-FBB7-CB35C67A62E9}"/>
                </a:ext>
              </a:extLst>
            </p:cNvPr>
            <p:cNvCxnSpPr>
              <a:stCxn id="55" idx="0"/>
              <a:endCxn id="55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rgbClr val="0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93E02DC1-5E01-8D05-C7DC-CE266E3C9127}"/>
                </a:ext>
              </a:extLst>
            </p:cNvPr>
            <p:cNvCxnSpPr>
              <a:stCxn id="55" idx="1"/>
              <a:endCxn id="55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rgbClr val="0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7174427D-384F-EC5D-A064-6C3E869D8D84}"/>
              </a:ext>
            </a:extLst>
          </p:cNvPr>
          <p:cNvGrpSpPr/>
          <p:nvPr/>
        </p:nvGrpSpPr>
        <p:grpSpPr>
          <a:xfrm>
            <a:off x="8543870" y="5558588"/>
            <a:ext cx="456786" cy="475551"/>
            <a:chOff x="10638279" y="2520307"/>
            <a:chExt cx="572387" cy="521129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89444F33-07F2-85CE-0F82-17195F72CDC8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9AEF2B3C-07F6-5EA1-7FC3-C7CFD540D94F}"/>
                </a:ext>
              </a:extLst>
            </p:cNvPr>
            <p:cNvCxnSpPr>
              <a:stCxn id="59" idx="0"/>
              <a:endCxn id="59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FB683F7A-B818-7F63-8E22-0D4E4B404CBA}"/>
                </a:ext>
              </a:extLst>
            </p:cNvPr>
            <p:cNvCxnSpPr>
              <a:stCxn id="59" idx="1"/>
              <a:endCxn id="59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66CEEB5A-AF30-1950-030D-F21AE811E551}"/>
              </a:ext>
            </a:extLst>
          </p:cNvPr>
          <p:cNvGrpSpPr/>
          <p:nvPr/>
        </p:nvGrpSpPr>
        <p:grpSpPr>
          <a:xfrm>
            <a:off x="9029018" y="5543348"/>
            <a:ext cx="543724" cy="521129"/>
            <a:chOff x="10638279" y="2520307"/>
            <a:chExt cx="572387" cy="521129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FCD43064-0D6E-8B04-96C1-3CC4B55CF8C3}"/>
                </a:ext>
              </a:extLst>
            </p:cNvPr>
            <p:cNvSpPr/>
            <p:nvPr/>
          </p:nvSpPr>
          <p:spPr>
            <a:xfrm>
              <a:off x="10638279" y="2520307"/>
              <a:ext cx="572387" cy="521129"/>
            </a:xfrm>
            <a:prstGeom prst="rect">
              <a:avLst/>
            </a:prstGeom>
            <a:noFill/>
            <a:ln w="25400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092B4E71-08A1-C14E-7CE0-75E519E0D43B}"/>
                </a:ext>
              </a:extLst>
            </p:cNvPr>
            <p:cNvCxnSpPr>
              <a:stCxn id="63" idx="0"/>
              <a:endCxn id="63" idx="2"/>
            </p:cNvCxnSpPr>
            <p:nvPr/>
          </p:nvCxnSpPr>
          <p:spPr>
            <a:xfrm>
              <a:off x="10924473" y="2520307"/>
              <a:ext cx="0" cy="521129"/>
            </a:xfrm>
            <a:prstGeom prst="line">
              <a:avLst/>
            </a:prstGeom>
            <a:ln>
              <a:solidFill>
                <a:srgbClr val="33CC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B841A969-7FDB-DCBC-AC93-2F2799557310}"/>
                </a:ext>
              </a:extLst>
            </p:cNvPr>
            <p:cNvCxnSpPr>
              <a:stCxn id="63" idx="1"/>
              <a:endCxn id="63" idx="3"/>
            </p:cNvCxnSpPr>
            <p:nvPr/>
          </p:nvCxnSpPr>
          <p:spPr>
            <a:xfrm>
              <a:off x="10638279" y="2780872"/>
              <a:ext cx="572387" cy="0"/>
            </a:xfrm>
            <a:prstGeom prst="line">
              <a:avLst/>
            </a:prstGeom>
            <a:ln>
              <a:solidFill>
                <a:srgbClr val="33CC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32085486-FD1B-F0F5-9FBA-0F157D95A69A}"/>
              </a:ext>
            </a:extLst>
          </p:cNvPr>
          <p:cNvSpPr txBox="1"/>
          <p:nvPr/>
        </p:nvSpPr>
        <p:spPr>
          <a:xfrm>
            <a:off x="10538460" y="4784856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63</a:t>
            </a:r>
            <a:endParaRPr lang="en-US" sz="1200" dirty="0">
              <a:latin typeface="Eco Sans Bold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12E8EDC-44E1-10D2-54E9-6312444FF7CC}"/>
              </a:ext>
            </a:extLst>
          </p:cNvPr>
          <p:cNvSpPr txBox="1"/>
          <p:nvPr/>
        </p:nvSpPr>
        <p:spPr>
          <a:xfrm>
            <a:off x="10264140" y="4785413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64</a:t>
            </a:r>
            <a:endParaRPr lang="en-US" sz="1200" dirty="0">
              <a:latin typeface="Eco Sans Bold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D9CD9404-73B5-60F6-CF86-98332D77453D}"/>
              </a:ext>
            </a:extLst>
          </p:cNvPr>
          <p:cNvSpPr txBox="1"/>
          <p:nvPr/>
        </p:nvSpPr>
        <p:spPr>
          <a:xfrm>
            <a:off x="10811038" y="4799593"/>
            <a:ext cx="28619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110</a:t>
            </a:r>
            <a:endParaRPr lang="en-US" sz="1200" dirty="0">
              <a:latin typeface="Eco Sans Bold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C2DE2CA-72CA-D3F1-2F65-7E2BD37FD76C}"/>
              </a:ext>
            </a:extLst>
          </p:cNvPr>
          <p:cNvSpPr txBox="1"/>
          <p:nvPr/>
        </p:nvSpPr>
        <p:spPr>
          <a:xfrm>
            <a:off x="10244448" y="5050600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83</a:t>
            </a:r>
            <a:endParaRPr lang="en-US" sz="1200" dirty="0">
              <a:latin typeface="Eco Sans Bold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1DC3A1BF-06B4-229D-D43E-C56BDA153C0D}"/>
              </a:ext>
            </a:extLst>
          </p:cNvPr>
          <p:cNvSpPr txBox="1"/>
          <p:nvPr/>
        </p:nvSpPr>
        <p:spPr>
          <a:xfrm>
            <a:off x="10520892" y="5049774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66</a:t>
            </a:r>
            <a:endParaRPr lang="en-US" sz="1200" dirty="0">
              <a:latin typeface="Eco Sans Bold"/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7BAB3D3-E6B8-FA44-CC99-A74E52F3BCD9}"/>
              </a:ext>
            </a:extLst>
          </p:cNvPr>
          <p:cNvSpPr txBox="1"/>
          <p:nvPr/>
        </p:nvSpPr>
        <p:spPr>
          <a:xfrm>
            <a:off x="10832070" y="5056640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66</a:t>
            </a:r>
            <a:endParaRPr lang="en-US" sz="1200" dirty="0">
              <a:latin typeface="Eco Sans Bold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09856DB-9C70-8001-3F05-32C8DD5BB630}"/>
              </a:ext>
            </a:extLst>
          </p:cNvPr>
          <p:cNvSpPr txBox="1"/>
          <p:nvPr/>
        </p:nvSpPr>
        <p:spPr>
          <a:xfrm>
            <a:off x="10240781" y="5335068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92</a:t>
            </a:r>
            <a:endParaRPr lang="en-US" sz="1200" dirty="0">
              <a:latin typeface="Eco Sans Bold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A3DF8CB-B8FD-4F41-BB43-A8236C57D678}"/>
              </a:ext>
            </a:extLst>
          </p:cNvPr>
          <p:cNvSpPr txBox="1"/>
          <p:nvPr/>
        </p:nvSpPr>
        <p:spPr>
          <a:xfrm>
            <a:off x="10546080" y="5328047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50</a:t>
            </a:r>
            <a:endParaRPr lang="en-US" sz="1200" dirty="0">
              <a:latin typeface="Eco Sans Bold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802970D0-4FE2-8DEE-67CD-3C61E7D22973}"/>
              </a:ext>
            </a:extLst>
          </p:cNvPr>
          <p:cNvSpPr txBox="1"/>
          <p:nvPr/>
        </p:nvSpPr>
        <p:spPr>
          <a:xfrm>
            <a:off x="10841731" y="5319673"/>
            <a:ext cx="187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200" dirty="0">
                <a:latin typeface="Eco Sans Bold"/>
              </a:rPr>
              <a:t>55</a:t>
            </a:r>
            <a:endParaRPr lang="en-US" sz="1200" dirty="0">
              <a:latin typeface="Eco Sans Bold"/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36BD3C0B-8384-E0B6-161C-00494FDD79DD}"/>
              </a:ext>
            </a:extLst>
          </p:cNvPr>
          <p:cNvSpPr txBox="1"/>
          <p:nvPr/>
        </p:nvSpPr>
        <p:spPr>
          <a:xfrm>
            <a:off x="9612369" y="433559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Zancada 2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71428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8B68CFBE-4511-EB33-FEDB-5F88AFD44A78}"/>
              </a:ext>
            </a:extLst>
          </p:cNvPr>
          <p:cNvGrpSpPr/>
          <p:nvPr/>
        </p:nvGrpSpPr>
        <p:grpSpPr>
          <a:xfrm>
            <a:off x="467689" y="26042"/>
            <a:ext cx="6680769" cy="3476110"/>
            <a:chOff x="467689" y="26042"/>
            <a:chExt cx="6680769" cy="3476110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F09AD2F7-9EA7-77CC-2691-EF1975351DE5}"/>
                </a:ext>
              </a:extLst>
            </p:cNvPr>
            <p:cNvGrpSpPr/>
            <p:nvPr/>
          </p:nvGrpSpPr>
          <p:grpSpPr>
            <a:xfrm>
              <a:off x="467689" y="146304"/>
              <a:ext cx="6075655" cy="3355848"/>
              <a:chOff x="888312" y="0"/>
              <a:chExt cx="10093632" cy="6858000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6EB95BEA-221D-3750-B076-34665667EACE}"/>
                  </a:ext>
                </a:extLst>
              </p:cNvPr>
              <p:cNvGrpSpPr/>
              <p:nvPr/>
            </p:nvGrpSpPr>
            <p:grpSpPr>
              <a:xfrm>
                <a:off x="1042416" y="2461638"/>
                <a:ext cx="9449562" cy="3869986"/>
                <a:chOff x="868680" y="1848990"/>
                <a:chExt cx="9449562" cy="3869986"/>
              </a:xfrm>
            </p:grpSpPr>
            <p:pic>
              <p:nvPicPr>
                <p:cNvPr id="3" name="Imagen 2">
                  <a:extLst>
                    <a:ext uri="{FF2B5EF4-FFF2-40B4-BE49-F238E27FC236}">
                      <a16:creationId xmlns:a16="http://schemas.microsoft.com/office/drawing/2014/main" id="{B11FECA1-7A0A-0067-FC22-BC342B6E95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68680" y="1848990"/>
                  <a:ext cx="9299448" cy="3869986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" name="CuadroTexto 3">
                      <a:extLst>
                        <a:ext uri="{FF2B5EF4-FFF2-40B4-BE49-F238E27FC236}">
                          <a16:creationId xmlns:a16="http://schemas.microsoft.com/office/drawing/2014/main" id="{8B704625-2EB0-72D5-5BA6-1E756CDF8A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31436" y="2011680"/>
                      <a:ext cx="745236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oMath>
                        </m:oMathPara>
                      </a14:m>
                      <a:endParaRPr lang="es-CO" sz="3200" b="1" dirty="0">
                        <a:solidFill>
                          <a:srgbClr val="17B750"/>
                        </a:solidFill>
                        <a:latin typeface="Eco Sans Bold"/>
                      </a:endParaRPr>
                    </a:p>
                  </p:txBody>
                </p:sp>
              </mc:Choice>
              <mc:Fallback>
                <p:sp>
                  <p:nvSpPr>
                    <p:cNvPr id="4" name="CuadroTexto 3">
                      <a:extLst>
                        <a:ext uri="{FF2B5EF4-FFF2-40B4-BE49-F238E27FC236}">
                          <a16:creationId xmlns:a16="http://schemas.microsoft.com/office/drawing/2014/main" id="{8B704625-2EB0-72D5-5BA6-1E756CDF8A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31436" y="2011680"/>
                      <a:ext cx="745236" cy="58477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54054" b="-510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" name="CuadroTexto 4">
                      <a:extLst>
                        <a:ext uri="{FF2B5EF4-FFF2-40B4-BE49-F238E27FC236}">
                          <a16:creationId xmlns:a16="http://schemas.microsoft.com/office/drawing/2014/main" id="{334B7FC8-80BC-2938-2FE2-AF6FCDBADC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7772" y="3453384"/>
                      <a:ext cx="745236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es-CO" sz="3200" b="1" dirty="0">
                        <a:solidFill>
                          <a:srgbClr val="17B750"/>
                        </a:solidFill>
                        <a:latin typeface="Eco Sans Bold"/>
                      </a:endParaRPr>
                    </a:p>
                  </p:txBody>
                </p:sp>
              </mc:Choice>
              <mc:Fallback>
                <p:sp>
                  <p:nvSpPr>
                    <p:cNvPr id="5" name="CuadroTexto 4">
                      <a:extLst>
                        <a:ext uri="{FF2B5EF4-FFF2-40B4-BE49-F238E27FC236}">
                          <a16:creationId xmlns:a16="http://schemas.microsoft.com/office/drawing/2014/main" id="{334B7FC8-80BC-2938-2FE2-AF6FCDBADC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57772" y="3453384"/>
                      <a:ext cx="745236" cy="58477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53425" b="-510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" name="CuadroTexto 5">
                      <a:extLst>
                        <a:ext uri="{FF2B5EF4-FFF2-40B4-BE49-F238E27FC236}">
                          <a16:creationId xmlns:a16="http://schemas.microsoft.com/office/drawing/2014/main" id="{726066B6-4AE0-2525-AA7A-1EBFE5A50D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25740" y="3605784"/>
                      <a:ext cx="745236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oMath>
                        </m:oMathPara>
                      </a14:m>
                      <a:endParaRPr lang="es-CO" sz="3200" b="1" dirty="0">
                        <a:solidFill>
                          <a:srgbClr val="17B750"/>
                        </a:solidFill>
                        <a:latin typeface="Eco Sans Bold"/>
                      </a:endParaRPr>
                    </a:p>
                  </p:txBody>
                </p:sp>
              </mc:Choice>
              <mc:Fallback>
                <p:sp>
                  <p:nvSpPr>
                    <p:cNvPr id="6" name="CuadroTexto 5">
                      <a:extLst>
                        <a:ext uri="{FF2B5EF4-FFF2-40B4-BE49-F238E27FC236}">
                          <a16:creationId xmlns:a16="http://schemas.microsoft.com/office/drawing/2014/main" id="{726066B6-4AE0-2525-AA7A-1EBFE5A50D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5740" y="3605784"/>
                      <a:ext cx="745236" cy="5847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57534" b="-510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" name="CuadroTexto 6">
                      <a:extLst>
                        <a:ext uri="{FF2B5EF4-FFF2-40B4-BE49-F238E27FC236}">
                          <a16:creationId xmlns:a16="http://schemas.microsoft.com/office/drawing/2014/main" id="{75D86B58-3064-D9E2-A0C5-E71465F3C1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21090" y="3892075"/>
                      <a:ext cx="745236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s-CO" sz="32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</m:t>
                            </m:r>
                          </m:oMath>
                        </m:oMathPara>
                      </a14:m>
                      <a:endParaRPr lang="es-CO" sz="3200" b="1" dirty="0">
                        <a:solidFill>
                          <a:srgbClr val="17B750"/>
                        </a:solidFill>
                        <a:latin typeface="Eco Sans Bold"/>
                      </a:endParaRPr>
                    </a:p>
                  </p:txBody>
                </p:sp>
              </mc:Choice>
              <mc:Fallback>
                <p:sp>
                  <p:nvSpPr>
                    <p:cNvPr id="7" name="CuadroTexto 6">
                      <a:extLst>
                        <a:ext uri="{FF2B5EF4-FFF2-40B4-BE49-F238E27FC236}">
                          <a16:creationId xmlns:a16="http://schemas.microsoft.com/office/drawing/2014/main" id="{75D86B58-3064-D9E2-A0C5-E71465F3C1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1090" y="3892075"/>
                      <a:ext cx="745236" cy="58477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55405" b="-510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" name="CuadroTexto 7">
                      <a:extLst>
                        <a:ext uri="{FF2B5EF4-FFF2-40B4-BE49-F238E27FC236}">
                          <a16:creationId xmlns:a16="http://schemas.microsoft.com/office/drawing/2014/main" id="{6BA90264-6167-D473-3892-21065C83D8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73006" y="4310025"/>
                      <a:ext cx="74523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sz="24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s-CO" sz="2400" b="1" i="1" smtClean="0">
                                <a:solidFill>
                                  <a:srgbClr val="17B7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𝟏𝟔</m:t>
                            </m:r>
                          </m:oMath>
                        </m:oMathPara>
                      </a14:m>
                      <a:endParaRPr lang="es-CO" sz="2400" b="1" dirty="0">
                        <a:solidFill>
                          <a:srgbClr val="17B750"/>
                        </a:solidFill>
                        <a:latin typeface="Eco Sans Bold"/>
                      </a:endParaRPr>
                    </a:p>
                  </p:txBody>
                </p:sp>
              </mc:Choice>
              <mc:Fallback>
                <p:sp>
                  <p:nvSpPr>
                    <p:cNvPr id="8" name="CuadroTexto 7">
                      <a:extLst>
                        <a:ext uri="{FF2B5EF4-FFF2-40B4-BE49-F238E27FC236}">
                          <a16:creationId xmlns:a16="http://schemas.microsoft.com/office/drawing/2014/main" id="{6BA90264-6167-D473-3892-21065C83D8D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73006" y="4310025"/>
                      <a:ext cx="745236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89189" b="-945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097A2BBC-4A94-C6CD-F6A6-5C88CAC926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r="12326"/>
              <a:stretch/>
            </p:blipFill>
            <p:spPr>
              <a:xfrm>
                <a:off x="888312" y="0"/>
                <a:ext cx="10093632" cy="6858000"/>
              </a:xfrm>
              <a:prstGeom prst="rect">
                <a:avLst/>
              </a:prstGeom>
            </p:spPr>
          </p:pic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3DE2D0F8-5CB8-F330-0D5D-7E617C99077E}"/>
                  </a:ext>
                </a:extLst>
              </p:cNvPr>
              <p:cNvSpPr/>
              <p:nvPr/>
            </p:nvSpPr>
            <p:spPr>
              <a:xfrm>
                <a:off x="5692140" y="356616"/>
                <a:ext cx="5289804" cy="14538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40000" dist="23000" dir="5400000" sx="1000" sy="1000" rotWithShape="0">
                  <a:srgbClr val="000000"/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AE43AE28-9D73-FDE0-8D9E-5C44697541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60849" r="8973" b="83544"/>
            <a:stretch/>
          </p:blipFill>
          <p:spPr>
            <a:xfrm>
              <a:off x="3352833" y="431671"/>
              <a:ext cx="1159518" cy="562379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137FA4D-C49D-EDAA-6FEB-BA4E43877D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4914" r="54298"/>
            <a:stretch/>
          </p:blipFill>
          <p:spPr>
            <a:xfrm>
              <a:off x="3740992" y="26042"/>
              <a:ext cx="416579" cy="433244"/>
            </a:xfrm>
            <a:prstGeom prst="rect">
              <a:avLst/>
            </a:prstGeom>
          </p:spPr>
        </p:pic>
        <p:sp>
          <p:nvSpPr>
            <p:cNvPr id="16" name="TextBox 38">
              <a:extLst>
                <a:ext uri="{FF2B5EF4-FFF2-40B4-BE49-F238E27FC236}">
                  <a16:creationId xmlns:a16="http://schemas.microsoft.com/office/drawing/2014/main" id="{68E83CFC-08EE-3B1B-7302-4F76039231E9}"/>
                </a:ext>
              </a:extLst>
            </p:cNvPr>
            <p:cNvSpPr txBox="1"/>
            <p:nvPr/>
          </p:nvSpPr>
          <p:spPr>
            <a:xfrm>
              <a:off x="5316465" y="548840"/>
              <a:ext cx="14153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 err="1">
                  <a:solidFill>
                    <a:srgbClr val="141414"/>
                  </a:solidFill>
                  <a:latin typeface="Arial"/>
                </a:rPr>
                <a:t>Capa</a:t>
              </a:r>
              <a:r>
                <a:rPr lang="en-US" sz="1200" b="1" dirty="0">
                  <a:solidFill>
                    <a:srgbClr val="141414"/>
                  </a:solidFill>
                  <a:latin typeface="Arial"/>
                </a:rPr>
                <a:t> de </a:t>
              </a:r>
              <a:r>
                <a:rPr sz="1200" b="1" dirty="0" err="1">
                  <a:solidFill>
                    <a:srgbClr val="141414"/>
                  </a:solidFill>
                  <a:latin typeface="Arial"/>
                </a:rPr>
                <a:t>Agrupación</a:t>
              </a:r>
              <a:endParaRPr sz="1200" b="1" dirty="0">
                <a:solidFill>
                  <a:srgbClr val="141414"/>
                </a:solidFill>
                <a:latin typeface="Arial"/>
              </a:endParaRP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95EAC4E-ADAF-6D2C-53CF-F396390441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3536" t="12097" r="31053" b="13903"/>
            <a:stretch/>
          </p:blipFill>
          <p:spPr>
            <a:xfrm>
              <a:off x="6567526" y="1349565"/>
              <a:ext cx="580932" cy="1572768"/>
            </a:xfrm>
            <a:prstGeom prst="rect">
              <a:avLst/>
            </a:prstGeom>
          </p:spPr>
        </p:pic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97A18989-5B22-B31A-271B-83BEF91FD6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1595" y="4019558"/>
            <a:ext cx="7318248" cy="274434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019A8F7-EC3A-5D51-5BFC-2B905A454EB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914" r="54298"/>
          <a:stretch/>
        </p:blipFill>
        <p:spPr>
          <a:xfrm>
            <a:off x="5108175" y="3513304"/>
            <a:ext cx="416579" cy="43324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849DC9C-B496-FBC2-ADAE-49E7D418EC9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5407" r="5195"/>
          <a:stretch/>
        </p:blipFill>
        <p:spPr>
          <a:xfrm>
            <a:off x="6318554" y="3513304"/>
            <a:ext cx="444558" cy="466964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15CF1A5-7199-D3E7-41E5-D970E471C24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914" r="54298"/>
          <a:stretch/>
        </p:blipFill>
        <p:spPr>
          <a:xfrm>
            <a:off x="7556912" y="3513304"/>
            <a:ext cx="416579" cy="43324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3FF33BDD-B6C3-CF27-AB60-38B016562F9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5407" r="5195"/>
          <a:stretch/>
        </p:blipFill>
        <p:spPr>
          <a:xfrm>
            <a:off x="8767291" y="3513304"/>
            <a:ext cx="444558" cy="466964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BBF4757-92AF-0548-4FF8-B640BA31DBC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914" r="54298"/>
          <a:stretch/>
        </p:blipFill>
        <p:spPr>
          <a:xfrm>
            <a:off x="10005649" y="3513304"/>
            <a:ext cx="416579" cy="433244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0FD4948-62EF-3574-905F-BB7CCEED049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5407" r="5195"/>
          <a:stretch/>
        </p:blipFill>
        <p:spPr>
          <a:xfrm>
            <a:off x="11216030" y="3513304"/>
            <a:ext cx="444558" cy="46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61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EBD753F8-904F-6B58-3DA1-0F9E1306D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0"/>
            <a:ext cx="9189720" cy="3070298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64527E12-1CA7-8E61-ED39-20FD256EF949}"/>
              </a:ext>
            </a:extLst>
          </p:cNvPr>
          <p:cNvGrpSpPr/>
          <p:nvPr/>
        </p:nvGrpSpPr>
        <p:grpSpPr>
          <a:xfrm>
            <a:off x="1806324" y="3070298"/>
            <a:ext cx="6856012" cy="3323694"/>
            <a:chOff x="204818" y="3250842"/>
            <a:chExt cx="6856012" cy="3323694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445C6DFE-D5E9-4F2B-CAE4-AB691BF95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818" y="3602736"/>
              <a:ext cx="1547456" cy="297180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E7DC257-3364-B129-060E-79017858F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6776" y="3702888"/>
              <a:ext cx="3828664" cy="2771496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C0B5121-CDFB-8687-C836-31789D698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65440" y="3475025"/>
              <a:ext cx="1595390" cy="2889504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BE9CE9FB-E3B2-B964-0EAA-C2814ACFED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914" r="54298"/>
            <a:stretch/>
          </p:blipFill>
          <p:spPr>
            <a:xfrm>
              <a:off x="1806324" y="3250842"/>
              <a:ext cx="416579" cy="433244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15B0742-3463-F597-FFDB-B3C3F23B48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5407" r="5195"/>
            <a:stretch/>
          </p:blipFill>
          <p:spPr>
            <a:xfrm>
              <a:off x="2605223" y="3250842"/>
              <a:ext cx="444558" cy="466964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FFA0A99-4DF7-B661-9A06-E2BDB5DAF2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914" r="54298"/>
            <a:stretch/>
          </p:blipFill>
          <p:spPr>
            <a:xfrm>
              <a:off x="3660701" y="3250842"/>
              <a:ext cx="416579" cy="433244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904EB608-9004-B31C-DD26-4F604ADAE3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5407" r="5195"/>
            <a:stretch/>
          </p:blipFill>
          <p:spPr>
            <a:xfrm>
              <a:off x="4496176" y="3250842"/>
              <a:ext cx="444558" cy="4669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2001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A8D6CA-4ACA-C02A-DE33-FCD13D13B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1106735"/>
            <a:ext cx="7741048" cy="27242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516C12-0132-3D76-E0C3-574709CC6B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834" r="17149"/>
          <a:stretch/>
        </p:blipFill>
        <p:spPr>
          <a:xfrm>
            <a:off x="6177369" y="1456003"/>
            <a:ext cx="5581816" cy="20257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9E607C-D775-EBA2-BA5B-D464AE0DB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045" y="3429000"/>
            <a:ext cx="6839301" cy="31243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E8E4C5D-1B6A-87B9-31AE-BC836A4A8B89}"/>
              </a:ext>
            </a:extLst>
          </p:cNvPr>
          <p:cNvSpPr txBox="1"/>
          <p:nvPr/>
        </p:nvSpPr>
        <p:spPr>
          <a:xfrm>
            <a:off x="10067544" y="4544568"/>
            <a:ext cx="18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err="1"/>
              <a:t>Tensorboard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519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06F8D11-073F-8B83-19B3-BBA264A3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31" y="375192"/>
            <a:ext cx="3657789" cy="3429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1D5E6AA-606A-81A0-3EBC-0694F0F84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374" y="375192"/>
            <a:ext cx="6305655" cy="342900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89EB85B-7782-2F3D-02DC-47A8EA4D8CD4}"/>
              </a:ext>
            </a:extLst>
          </p:cNvPr>
          <p:cNvSpPr txBox="1"/>
          <p:nvPr/>
        </p:nvSpPr>
        <p:spPr>
          <a:xfrm>
            <a:off x="713232" y="517636"/>
            <a:ext cx="192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Aumento de datos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079DB0-3967-4C2B-5260-B2DD81D5EFD1}"/>
              </a:ext>
            </a:extLst>
          </p:cNvPr>
          <p:cNvSpPr txBox="1"/>
          <p:nvPr/>
        </p:nvSpPr>
        <p:spPr>
          <a:xfrm>
            <a:off x="3081528" y="452628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err="1"/>
              <a:t>Dropout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3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4863</TotalTime>
  <Words>344</Words>
  <Application>Microsoft Office PowerPoint</Application>
  <PresentationFormat>Panorámica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Unicode MS</vt:lpstr>
      <vt:lpstr>Calibri</vt:lpstr>
      <vt:lpstr>Cambria Math</vt:lpstr>
      <vt:lpstr>Eco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andres Niño niño</dc:creator>
  <cp:keywords/>
  <dc:description>generated using python-pptx</dc:description>
  <cp:lastModifiedBy>Carlos andres Niño niño</cp:lastModifiedBy>
  <cp:revision>91</cp:revision>
  <dcterms:created xsi:type="dcterms:W3CDTF">2013-01-27T09:14:16Z</dcterms:created>
  <dcterms:modified xsi:type="dcterms:W3CDTF">2026-10-09T18:25:53Z</dcterms:modified>
  <cp:category/>
</cp:coreProperties>
</file>