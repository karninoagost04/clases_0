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2" r:id="rId4"/>
    <p:sldId id="263" r:id="rId5"/>
    <p:sldId id="264" r:id="rId6"/>
    <p:sldId id="266" r:id="rId7"/>
    <p:sldId id="270" r:id="rId8"/>
    <p:sldId id="259" r:id="rId9"/>
    <p:sldId id="268" r:id="rId10"/>
    <p:sldId id="269" r:id="rId11"/>
    <p:sldId id="265" r:id="rId12"/>
    <p:sldId id="272" r:id="rId13"/>
    <p:sldId id="271" r:id="rId14"/>
    <p:sldId id="273" r:id="rId15"/>
    <p:sldId id="277" r:id="rId16"/>
    <p:sldId id="274" r:id="rId17"/>
    <p:sldId id="275" r:id="rId18"/>
    <p:sldId id="276" r:id="rId19"/>
    <p:sldId id="278" r:id="rId20"/>
    <p:sldId id="279"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6464"/>
    <a:srgbClr val="17B750"/>
    <a:srgbClr val="00FFFF"/>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3" d="100"/>
          <a:sy n="73" d="100"/>
        </p:scale>
        <p:origin x="30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1.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1.png"/><Relationship Id="rId7" Type="http://schemas.openxmlformats.org/officeDocument/2006/relationships/image" Target="../media/image42.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1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31.pn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62.png"/><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5.pn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1.png"/><Relationship Id="rId11" Type="http://schemas.openxmlformats.org/officeDocument/2006/relationships/image" Target="../media/image74.png"/><Relationship Id="rId5" Type="http://schemas.openxmlformats.org/officeDocument/2006/relationships/image" Target="../media/image70.png"/><Relationship Id="rId10" Type="http://schemas.openxmlformats.org/officeDocument/2006/relationships/image" Target="../media/image31.png"/><Relationship Id="rId4" Type="http://schemas.openxmlformats.org/officeDocument/2006/relationships/image" Target="../media/image69.png"/><Relationship Id="rId9" Type="http://schemas.openxmlformats.org/officeDocument/2006/relationships/image" Target="../media/image55.png"/></Relationships>
</file>

<file path=ppt/slides/_rels/slide2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79.png"/><Relationship Id="rId4" Type="http://schemas.openxmlformats.org/officeDocument/2006/relationships/image" Target="../media/image78.png"/></Relationships>
</file>

<file path=ppt/slides/_rels/slide2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2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2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40670" y="682228"/>
            <a:ext cx="7680179" cy="738664"/>
          </a:xfrm>
          <a:prstGeom prst="rect">
            <a:avLst/>
          </a:prstGeom>
          <a:noFill/>
        </p:spPr>
        <p:txBody>
          <a:bodyPr wrap="none" anchor="ctr">
            <a:spAutoFit/>
          </a:bodyPr>
          <a:lstStyle/>
          <a:p>
            <a:pPr algn="ctr"/>
            <a:r>
              <a:rPr sz="4200" dirty="0">
                <a:latin typeface="Eco Sans Bold"/>
              </a:rPr>
              <a:t>DE LOS DATOS A UNA PREDICCIÓN</a:t>
            </a:r>
          </a:p>
        </p:txBody>
      </p:sp>
      <p:sp>
        <p:nvSpPr>
          <p:cNvPr id="3" name="TextBox 2"/>
          <p:cNvSpPr txBox="1"/>
          <p:nvPr/>
        </p:nvSpPr>
        <p:spPr>
          <a:xfrm>
            <a:off x="914400" y="1508760"/>
            <a:ext cx="10332720" cy="457200"/>
          </a:xfrm>
          <a:prstGeom prst="rect">
            <a:avLst/>
          </a:prstGeom>
          <a:noFill/>
        </p:spPr>
        <p:txBody>
          <a:bodyPr wrap="none" anchor="ctr">
            <a:spAutoFit/>
          </a:bodyPr>
          <a:lstStyle/>
          <a:p>
            <a:pPr algn="ctr"/>
            <a:r>
              <a:rPr sz="1900" b="0" dirty="0" err="1">
                <a:solidFill>
                  <a:srgbClr val="696969"/>
                </a:solidFill>
                <a:latin typeface="Aptos"/>
              </a:rPr>
              <a:t>Ejemplo</a:t>
            </a:r>
            <a:r>
              <a:rPr sz="1900" b="0">
                <a:solidFill>
                  <a:srgbClr val="696969"/>
                </a:solidFill>
                <a:latin typeface="Aptos"/>
              </a:rPr>
              <a:t> conceptual de una red neuronal para estimar el valor de una casa</a:t>
            </a:r>
          </a:p>
        </p:txBody>
      </p:sp>
      <p:sp>
        <p:nvSpPr>
          <p:cNvPr id="4" name="Oval 3"/>
          <p:cNvSpPr/>
          <p:nvPr/>
        </p:nvSpPr>
        <p:spPr>
          <a:xfrm>
            <a:off x="1463040" y="2697480"/>
            <a:ext cx="1051560" cy="1005840"/>
          </a:xfrm>
          <a:prstGeom prst="ellipse">
            <a:avLst/>
          </a:prstGeom>
          <a:solidFill>
            <a:srgbClr val="FFE091"/>
          </a:solidFill>
          <a:ln>
            <a:solidFill>
              <a:srgbClr val="FFE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a:solidFill>
                  <a:srgbClr val="191919"/>
                </a:solidFill>
                <a:latin typeface="Aptos"/>
              </a:rPr>
              <a:t>DATOS</a:t>
            </a:r>
          </a:p>
        </p:txBody>
      </p:sp>
      <p:cxnSp>
        <p:nvCxnSpPr>
          <p:cNvPr id="5" name="Connector 4"/>
          <p:cNvCxnSpPr/>
          <p:nvPr/>
        </p:nvCxnSpPr>
        <p:spPr>
          <a:xfrm>
            <a:off x="2514600" y="3218688"/>
            <a:ext cx="1325880" cy="0"/>
          </a:xfrm>
          <a:prstGeom prst="line">
            <a:avLst/>
          </a:prstGeom>
          <a:ln w="25400">
            <a:solidFill>
              <a:srgbClr val="F27E22"/>
            </a:solidFill>
          </a:ln>
        </p:spPr>
        <p:style>
          <a:lnRef idx="2">
            <a:schemeClr val="accent1"/>
          </a:lnRef>
          <a:fillRef idx="0">
            <a:schemeClr val="accent1"/>
          </a:fillRef>
          <a:effectRef idx="1">
            <a:schemeClr val="accent1"/>
          </a:effectRef>
          <a:fontRef idx="minor">
            <a:schemeClr val="tx1"/>
          </a:fontRef>
        </p:style>
      </p:cxnSp>
      <p:sp>
        <p:nvSpPr>
          <p:cNvPr id="6" name="Isosceles Triangle 5"/>
          <p:cNvSpPr/>
          <p:nvPr/>
        </p:nvSpPr>
        <p:spPr>
          <a:xfrm rot="5400000">
            <a:off x="3675888" y="3163824"/>
            <a:ext cx="109728" cy="109728"/>
          </a:xfrm>
          <a:prstGeom prst="triangle">
            <a:avLst/>
          </a:prstGeom>
          <a:solidFill>
            <a:srgbClr val="F2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977639" y="2743200"/>
            <a:ext cx="960120" cy="960120"/>
          </a:xfrm>
          <a:prstGeom prst="ellipse">
            <a:avLst/>
          </a:prstGeom>
          <a:solidFill>
            <a:srgbClr val="BEDAF4"/>
          </a:solidFill>
          <a:ln>
            <a:solidFill>
              <a:srgbClr val="BED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91919"/>
                </a:solidFill>
                <a:latin typeface="Aptos"/>
              </a:rPr>
              <a:t>RED</a:t>
            </a:r>
          </a:p>
        </p:txBody>
      </p:sp>
      <p:cxnSp>
        <p:nvCxnSpPr>
          <p:cNvPr id="8" name="Connector 7"/>
          <p:cNvCxnSpPr/>
          <p:nvPr/>
        </p:nvCxnSpPr>
        <p:spPr>
          <a:xfrm>
            <a:off x="5029200" y="3218688"/>
            <a:ext cx="1325880" cy="0"/>
          </a:xfrm>
          <a:prstGeom prst="line">
            <a:avLst/>
          </a:prstGeom>
          <a:ln w="25400">
            <a:solidFill>
              <a:srgbClr val="F27E22"/>
            </a:solidFill>
          </a:ln>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5400000">
            <a:off x="6190488" y="3163824"/>
            <a:ext cx="109728" cy="109728"/>
          </a:xfrm>
          <a:prstGeom prst="triangle">
            <a:avLst/>
          </a:prstGeom>
          <a:solidFill>
            <a:srgbClr val="F2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492239" y="2743200"/>
            <a:ext cx="1060705" cy="960120"/>
          </a:xfrm>
          <a:prstGeom prst="ellipse">
            <a:avLst/>
          </a:prstGeom>
          <a:solidFill>
            <a:srgbClr val="C9E7BE"/>
          </a:solidFill>
          <a:ln>
            <a:solidFill>
              <a:srgbClr val="C9E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91919"/>
                </a:solidFill>
                <a:latin typeface="Aptos"/>
              </a:rPr>
              <a:t>SALIDA</a:t>
            </a:r>
          </a:p>
        </p:txBody>
      </p:sp>
      <p:sp>
        <p:nvSpPr>
          <p:cNvPr id="11" name="TextBox 10"/>
          <p:cNvSpPr txBox="1"/>
          <p:nvPr/>
        </p:nvSpPr>
        <p:spPr>
          <a:xfrm>
            <a:off x="7772400" y="2743200"/>
            <a:ext cx="3108960" cy="731520"/>
          </a:xfrm>
          <a:prstGeom prst="rect">
            <a:avLst/>
          </a:prstGeom>
          <a:noFill/>
        </p:spPr>
        <p:txBody>
          <a:bodyPr wrap="none" anchor="ctr">
            <a:spAutoFit/>
          </a:bodyPr>
          <a:lstStyle/>
          <a:p>
            <a:pPr algn="l"/>
            <a:r>
              <a:rPr sz="2500" b="1" dirty="0">
                <a:solidFill>
                  <a:srgbClr val="191919"/>
                </a:solidFill>
                <a:latin typeface="Aptos"/>
              </a:rPr>
              <a:t>¿</a:t>
            </a:r>
            <a:r>
              <a:rPr sz="2500" b="1" dirty="0" err="1">
                <a:solidFill>
                  <a:srgbClr val="191919"/>
                </a:solidFill>
                <a:latin typeface="Aptos"/>
              </a:rPr>
              <a:t>Cuánto</a:t>
            </a:r>
            <a:r>
              <a:rPr sz="2500" b="1" dirty="0">
                <a:solidFill>
                  <a:srgbClr val="191919"/>
                </a:solidFill>
                <a:latin typeface="Aptos"/>
              </a:rPr>
              <a:t> vale la casa?</a:t>
            </a:r>
          </a:p>
        </p:txBody>
      </p:sp>
      <p:sp>
        <p:nvSpPr>
          <p:cNvPr id="12" name="TextBox 11"/>
          <p:cNvSpPr txBox="1"/>
          <p:nvPr/>
        </p:nvSpPr>
        <p:spPr>
          <a:xfrm>
            <a:off x="1554480" y="4800600"/>
            <a:ext cx="9052560" cy="548640"/>
          </a:xfrm>
          <a:prstGeom prst="rect">
            <a:avLst/>
          </a:prstGeom>
          <a:noFill/>
        </p:spPr>
        <p:txBody>
          <a:bodyPr wrap="none" anchor="ctr">
            <a:spAutoFit/>
          </a:bodyPr>
          <a:lstStyle/>
          <a:p>
            <a:pPr algn="ctr"/>
            <a:r>
              <a:rPr sz="2000" b="0">
                <a:solidFill>
                  <a:srgbClr val="696969"/>
                </a:solidFill>
                <a:latin typeface="Aptos"/>
              </a:rPr>
              <a:t>Las características de la casa se convierten en una predicción.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881360" cy="594360"/>
          </a:xfrm>
          <a:prstGeom prst="rect">
            <a:avLst/>
          </a:prstGeom>
          <a:noFill/>
        </p:spPr>
        <p:txBody>
          <a:bodyPr wrap="none" anchor="ctr">
            <a:spAutoFit/>
          </a:bodyPr>
          <a:lstStyle/>
          <a:p>
            <a:pPr algn="ctr"/>
            <a:r>
              <a:rPr sz="3000" b="1">
                <a:solidFill>
                  <a:srgbClr val="191919"/>
                </a:solidFill>
                <a:latin typeface="Aptos"/>
              </a:rPr>
              <a:t>Valor de una casa</a:t>
            </a:r>
          </a:p>
        </p:txBody>
      </p:sp>
      <p:sp>
        <p:nvSpPr>
          <p:cNvPr id="3" name="Rectangle 2"/>
          <p:cNvSpPr/>
          <p:nvPr/>
        </p:nvSpPr>
        <p:spPr>
          <a:xfrm>
            <a:off x="640080" y="987552"/>
            <a:ext cx="10908792" cy="13716"/>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magen 32">
            <a:extLst>
              <a:ext uri="{FF2B5EF4-FFF2-40B4-BE49-F238E27FC236}">
                <a16:creationId xmlns:a16="http://schemas.microsoft.com/office/drawing/2014/main" id="{9CC6FFBB-D38D-3BA6-3B12-CCE38EA93477}"/>
              </a:ext>
            </a:extLst>
          </p:cNvPr>
          <p:cNvPicPr>
            <a:picLocks noChangeAspect="1"/>
          </p:cNvPicPr>
          <p:nvPr/>
        </p:nvPicPr>
        <p:blipFill>
          <a:blip r:embed="rId2"/>
          <a:stretch>
            <a:fillRect/>
          </a:stretch>
        </p:blipFill>
        <p:spPr>
          <a:xfrm>
            <a:off x="1725141" y="1476350"/>
            <a:ext cx="8741718" cy="49409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31436" y="1047988"/>
            <a:ext cx="7698647" cy="738664"/>
          </a:xfrm>
          <a:prstGeom prst="rect">
            <a:avLst/>
          </a:prstGeom>
          <a:noFill/>
        </p:spPr>
        <p:txBody>
          <a:bodyPr wrap="none" anchor="ctr">
            <a:spAutoFit/>
          </a:bodyPr>
          <a:lstStyle/>
          <a:p>
            <a:pPr algn="ctr"/>
            <a:r>
              <a:rPr sz="4200" b="1" dirty="0">
                <a:latin typeface="Eco Sans Bold"/>
              </a:rPr>
              <a:t>INGENIERÍA DE CARACTERÍSTICAS</a:t>
            </a:r>
          </a:p>
        </p:txBody>
      </p:sp>
      <p:sp>
        <p:nvSpPr>
          <p:cNvPr id="3" name="TextBox 2"/>
          <p:cNvSpPr txBox="1"/>
          <p:nvPr/>
        </p:nvSpPr>
        <p:spPr>
          <a:xfrm>
            <a:off x="731520" y="1828800"/>
            <a:ext cx="10698480" cy="457200"/>
          </a:xfrm>
          <a:prstGeom prst="rect">
            <a:avLst/>
          </a:prstGeom>
          <a:noFill/>
        </p:spPr>
        <p:txBody>
          <a:bodyPr wrap="none" anchor="ctr">
            <a:spAutoFit/>
          </a:bodyPr>
          <a:lstStyle/>
          <a:p>
            <a:pPr algn="ctr"/>
            <a:r>
              <a:rPr sz="2200" b="1" dirty="0">
                <a:solidFill>
                  <a:srgbClr val="696969"/>
                </a:solidFill>
                <a:latin typeface="Aptos"/>
              </a:rPr>
              <a:t>FEATURE ENGINEERING</a:t>
            </a:r>
          </a:p>
        </p:txBody>
      </p:sp>
      <p:sp>
        <p:nvSpPr>
          <p:cNvPr id="4" name="Oval 3"/>
          <p:cNvSpPr/>
          <p:nvPr/>
        </p:nvSpPr>
        <p:spPr>
          <a:xfrm>
            <a:off x="731520" y="2880360"/>
            <a:ext cx="502920" cy="502920"/>
          </a:xfrm>
          <a:prstGeom prst="ellipse">
            <a:avLst/>
          </a:prstGeom>
          <a:solidFill>
            <a:srgbClr val="FFE091"/>
          </a:solidFill>
          <a:ln>
            <a:solidFill>
              <a:srgbClr val="FFE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53312" y="2852928"/>
            <a:ext cx="1920240" cy="502920"/>
          </a:xfrm>
          <a:prstGeom prst="rect">
            <a:avLst/>
          </a:prstGeom>
          <a:noFill/>
        </p:spPr>
        <p:txBody>
          <a:bodyPr wrap="none" anchor="ctr">
            <a:spAutoFit/>
          </a:bodyPr>
          <a:lstStyle/>
          <a:p>
            <a:pPr algn="l"/>
            <a:r>
              <a:rPr sz="1600" b="1">
                <a:solidFill>
                  <a:srgbClr val="191919"/>
                </a:solidFill>
                <a:latin typeface="Aptos"/>
              </a:rPr>
              <a:t>m²</a:t>
            </a:r>
          </a:p>
        </p:txBody>
      </p:sp>
      <p:sp>
        <p:nvSpPr>
          <p:cNvPr id="6" name="Oval 5"/>
          <p:cNvSpPr/>
          <p:nvPr/>
        </p:nvSpPr>
        <p:spPr>
          <a:xfrm>
            <a:off x="3429000" y="2880360"/>
            <a:ext cx="502920" cy="502920"/>
          </a:xfrm>
          <a:prstGeom prst="ellipse">
            <a:avLst/>
          </a:prstGeom>
          <a:solidFill>
            <a:srgbClr val="FFE091"/>
          </a:solidFill>
          <a:ln>
            <a:solidFill>
              <a:srgbClr val="FFE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050791" y="2852928"/>
            <a:ext cx="1920240" cy="502920"/>
          </a:xfrm>
          <a:prstGeom prst="rect">
            <a:avLst/>
          </a:prstGeom>
          <a:noFill/>
        </p:spPr>
        <p:txBody>
          <a:bodyPr wrap="none" anchor="ctr">
            <a:spAutoFit/>
          </a:bodyPr>
          <a:lstStyle/>
          <a:p>
            <a:pPr algn="l"/>
            <a:r>
              <a:rPr sz="1600" b="1">
                <a:solidFill>
                  <a:srgbClr val="191919"/>
                </a:solidFill>
                <a:latin typeface="Aptos"/>
              </a:rPr>
              <a:t># cuartos</a:t>
            </a:r>
          </a:p>
        </p:txBody>
      </p:sp>
      <p:sp>
        <p:nvSpPr>
          <p:cNvPr id="8" name="Oval 7"/>
          <p:cNvSpPr/>
          <p:nvPr/>
        </p:nvSpPr>
        <p:spPr>
          <a:xfrm>
            <a:off x="6126480" y="2880360"/>
            <a:ext cx="502920" cy="502920"/>
          </a:xfrm>
          <a:prstGeom prst="ellipse">
            <a:avLst/>
          </a:prstGeom>
          <a:solidFill>
            <a:srgbClr val="FFE091"/>
          </a:solidFill>
          <a:ln>
            <a:solidFill>
              <a:srgbClr val="FFE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48272" y="2852928"/>
            <a:ext cx="1920240" cy="502920"/>
          </a:xfrm>
          <a:prstGeom prst="rect">
            <a:avLst/>
          </a:prstGeom>
          <a:noFill/>
        </p:spPr>
        <p:txBody>
          <a:bodyPr wrap="none" anchor="ctr">
            <a:spAutoFit/>
          </a:bodyPr>
          <a:lstStyle/>
          <a:p>
            <a:pPr algn="l"/>
            <a:r>
              <a:rPr sz="1600" b="1">
                <a:solidFill>
                  <a:srgbClr val="191919"/>
                </a:solidFill>
                <a:latin typeface="Aptos"/>
              </a:rPr>
              <a:t># baños</a:t>
            </a:r>
          </a:p>
        </p:txBody>
      </p:sp>
      <p:sp>
        <p:nvSpPr>
          <p:cNvPr id="10" name="Oval 9"/>
          <p:cNvSpPr/>
          <p:nvPr/>
        </p:nvSpPr>
        <p:spPr>
          <a:xfrm>
            <a:off x="8823960" y="2880360"/>
            <a:ext cx="502920" cy="502920"/>
          </a:xfrm>
          <a:prstGeom prst="ellipse">
            <a:avLst/>
          </a:prstGeom>
          <a:solidFill>
            <a:srgbClr val="FFE091"/>
          </a:solidFill>
          <a:ln>
            <a:solidFill>
              <a:srgbClr val="FFE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45752" y="2852928"/>
            <a:ext cx="1920240" cy="502920"/>
          </a:xfrm>
          <a:prstGeom prst="rect">
            <a:avLst/>
          </a:prstGeom>
          <a:noFill/>
        </p:spPr>
        <p:txBody>
          <a:bodyPr wrap="none" anchor="ctr">
            <a:spAutoFit/>
          </a:bodyPr>
          <a:lstStyle/>
          <a:p>
            <a:pPr algn="l"/>
            <a:r>
              <a:rPr sz="1600" b="1">
                <a:solidFill>
                  <a:srgbClr val="191919"/>
                </a:solidFill>
                <a:latin typeface="Aptos"/>
              </a:rPr>
              <a:t>piscina</a:t>
            </a:r>
          </a:p>
        </p:txBody>
      </p:sp>
      <p:sp>
        <p:nvSpPr>
          <p:cNvPr id="12" name="Oval 11"/>
          <p:cNvSpPr/>
          <p:nvPr/>
        </p:nvSpPr>
        <p:spPr>
          <a:xfrm>
            <a:off x="731520" y="4023360"/>
            <a:ext cx="502920" cy="502920"/>
          </a:xfrm>
          <a:prstGeom prst="ellipse">
            <a:avLst/>
          </a:prstGeom>
          <a:solidFill>
            <a:srgbClr val="FFE091"/>
          </a:solidFill>
          <a:ln>
            <a:solidFill>
              <a:srgbClr val="FFE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53312" y="3995928"/>
            <a:ext cx="1920240" cy="502920"/>
          </a:xfrm>
          <a:prstGeom prst="rect">
            <a:avLst/>
          </a:prstGeom>
          <a:noFill/>
        </p:spPr>
        <p:txBody>
          <a:bodyPr wrap="none" anchor="ctr">
            <a:spAutoFit/>
          </a:bodyPr>
          <a:lstStyle/>
          <a:p>
            <a:pPr algn="l"/>
            <a:r>
              <a:rPr sz="1600" b="1">
                <a:solidFill>
                  <a:srgbClr val="191919"/>
                </a:solidFill>
                <a:latin typeface="Aptos"/>
              </a:rPr>
              <a:t>dist. transporte</a:t>
            </a:r>
          </a:p>
        </p:txBody>
      </p:sp>
      <p:sp>
        <p:nvSpPr>
          <p:cNvPr id="14" name="Oval 13"/>
          <p:cNvSpPr/>
          <p:nvPr/>
        </p:nvSpPr>
        <p:spPr>
          <a:xfrm>
            <a:off x="3429000" y="4023360"/>
            <a:ext cx="502920" cy="502920"/>
          </a:xfrm>
          <a:prstGeom prst="ellipse">
            <a:avLst/>
          </a:prstGeom>
          <a:solidFill>
            <a:srgbClr val="FFE091"/>
          </a:solidFill>
          <a:ln>
            <a:solidFill>
              <a:srgbClr val="FFE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50791" y="3995928"/>
            <a:ext cx="1920240" cy="502920"/>
          </a:xfrm>
          <a:prstGeom prst="rect">
            <a:avLst/>
          </a:prstGeom>
          <a:noFill/>
        </p:spPr>
        <p:txBody>
          <a:bodyPr wrap="none" anchor="ctr">
            <a:spAutoFit/>
          </a:bodyPr>
          <a:lstStyle/>
          <a:p>
            <a:pPr algn="l"/>
            <a:r>
              <a:rPr sz="1600" b="1">
                <a:solidFill>
                  <a:srgbClr val="191919"/>
                </a:solidFill>
                <a:latin typeface="Aptos"/>
              </a:rPr>
              <a:t>índice delictivo</a:t>
            </a:r>
          </a:p>
        </p:txBody>
      </p:sp>
      <p:sp>
        <p:nvSpPr>
          <p:cNvPr id="16" name="Oval 15"/>
          <p:cNvSpPr/>
          <p:nvPr/>
        </p:nvSpPr>
        <p:spPr>
          <a:xfrm>
            <a:off x="5957315" y="4541520"/>
            <a:ext cx="502920" cy="502920"/>
          </a:xfrm>
          <a:prstGeom prst="ellipse">
            <a:avLst/>
          </a:prstGeom>
          <a:solidFill>
            <a:srgbClr val="FFE091"/>
          </a:solidFill>
          <a:ln>
            <a:solidFill>
              <a:srgbClr val="FFE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48272" y="3995928"/>
            <a:ext cx="1920240" cy="502920"/>
          </a:xfrm>
          <a:prstGeom prst="rect">
            <a:avLst/>
          </a:prstGeom>
          <a:noFill/>
        </p:spPr>
        <p:txBody>
          <a:bodyPr wrap="none" anchor="ctr">
            <a:spAutoFit/>
          </a:bodyPr>
          <a:lstStyle/>
          <a:p>
            <a:pPr algn="l"/>
            <a:r>
              <a:rPr sz="1600" b="1">
                <a:solidFill>
                  <a:srgbClr val="191919"/>
                </a:solidFill>
                <a:latin typeface="Aptos"/>
              </a:rPr>
              <a:t>ruido</a:t>
            </a:r>
          </a:p>
        </p:txBody>
      </p:sp>
      <p:cxnSp>
        <p:nvCxnSpPr>
          <p:cNvPr id="18" name="Connector 17"/>
          <p:cNvCxnSpPr/>
          <p:nvPr/>
        </p:nvCxnSpPr>
        <p:spPr>
          <a:xfrm>
            <a:off x="5349240" y="4315968"/>
            <a:ext cx="1097280" cy="0"/>
          </a:xfrm>
          <a:prstGeom prst="line">
            <a:avLst/>
          </a:prstGeom>
          <a:ln w="25400">
            <a:solidFill>
              <a:srgbClr val="F27E22"/>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6281928" y="4261104"/>
            <a:ext cx="109728" cy="109728"/>
          </a:xfrm>
          <a:prstGeom prst="triangle">
            <a:avLst/>
          </a:prstGeom>
          <a:solidFill>
            <a:srgbClr val="F2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629400" y="3904487"/>
            <a:ext cx="822960" cy="822960"/>
          </a:xfrm>
          <a:prstGeom prst="ellipse">
            <a:avLst/>
          </a:prstGeom>
          <a:solidFill>
            <a:srgbClr val="BEDAF4"/>
          </a:solidFill>
          <a:ln>
            <a:solidFill>
              <a:srgbClr val="BED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191919"/>
                </a:solidFill>
                <a:latin typeface="Aptos"/>
              </a:rPr>
              <a:t>X</a:t>
            </a:r>
          </a:p>
        </p:txBody>
      </p:sp>
      <p:cxnSp>
        <p:nvCxnSpPr>
          <p:cNvPr id="21" name="Connector 20"/>
          <p:cNvCxnSpPr/>
          <p:nvPr/>
        </p:nvCxnSpPr>
        <p:spPr>
          <a:xfrm>
            <a:off x="7589520" y="4315968"/>
            <a:ext cx="1097280" cy="0"/>
          </a:xfrm>
          <a:prstGeom prst="line">
            <a:avLst/>
          </a:prstGeom>
          <a:ln w="25400">
            <a:solidFill>
              <a:srgbClr val="F27E22"/>
            </a:solidFill>
          </a:ln>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5400000">
            <a:off x="8522208" y="4261104"/>
            <a:ext cx="109728" cy="109728"/>
          </a:xfrm>
          <a:prstGeom prst="triangle">
            <a:avLst/>
          </a:prstGeom>
          <a:solidFill>
            <a:srgbClr val="F2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869680" y="3904487"/>
            <a:ext cx="822960" cy="822960"/>
          </a:xfrm>
          <a:prstGeom prst="ellipse">
            <a:avLst/>
          </a:prstGeom>
          <a:solidFill>
            <a:srgbClr val="C9E7BE"/>
          </a:solidFill>
          <a:ln>
            <a:solidFill>
              <a:srgbClr val="C9E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191919"/>
                </a:solidFill>
                <a:latin typeface="Aptos"/>
              </a:rPr>
              <a:t>$</a:t>
            </a:r>
          </a:p>
        </p:txBody>
      </p:sp>
      <p:sp>
        <p:nvSpPr>
          <p:cNvPr id="24" name="TextBox 23"/>
          <p:cNvSpPr txBox="1"/>
          <p:nvPr/>
        </p:nvSpPr>
        <p:spPr>
          <a:xfrm>
            <a:off x="1828800" y="5623560"/>
            <a:ext cx="8503920" cy="548640"/>
          </a:xfrm>
          <a:prstGeom prst="rect">
            <a:avLst/>
          </a:prstGeom>
          <a:noFill/>
        </p:spPr>
        <p:txBody>
          <a:bodyPr wrap="none" anchor="ctr">
            <a:spAutoFit/>
          </a:bodyPr>
          <a:lstStyle/>
          <a:p>
            <a:pPr algn="ctr"/>
            <a:r>
              <a:rPr sz="2000" b="0">
                <a:solidFill>
                  <a:srgbClr val="696969"/>
                </a:solidFill>
                <a:latin typeface="Aptos"/>
              </a:rPr>
              <a:t>Transformar datos crudos en variables útiles para el modelo.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44D97C-0E4F-E180-4EEA-1EA9D1654BD2}"/>
              </a:ext>
            </a:extLst>
          </p:cNvPr>
          <p:cNvPicPr>
            <a:picLocks noChangeAspect="1"/>
          </p:cNvPicPr>
          <p:nvPr/>
        </p:nvPicPr>
        <p:blipFill>
          <a:blip r:embed="rId2"/>
          <a:stretch>
            <a:fillRect/>
          </a:stretch>
        </p:blipFill>
        <p:spPr>
          <a:xfrm>
            <a:off x="430306" y="1757047"/>
            <a:ext cx="4619063" cy="3030105"/>
          </a:xfrm>
          <a:prstGeom prst="rect">
            <a:avLst/>
          </a:prstGeom>
        </p:spPr>
      </p:pic>
      <p:pic>
        <p:nvPicPr>
          <p:cNvPr id="7" name="Imagen 6">
            <a:extLst>
              <a:ext uri="{FF2B5EF4-FFF2-40B4-BE49-F238E27FC236}">
                <a16:creationId xmlns:a16="http://schemas.microsoft.com/office/drawing/2014/main" id="{9C51B35D-63F0-E304-808F-4C6CAF37F9C1}"/>
              </a:ext>
            </a:extLst>
          </p:cNvPr>
          <p:cNvPicPr>
            <a:picLocks noChangeAspect="1"/>
          </p:cNvPicPr>
          <p:nvPr/>
        </p:nvPicPr>
        <p:blipFill rotWithShape="1">
          <a:blip r:embed="rId3"/>
          <a:srcRect l="29044" r="47850"/>
          <a:stretch/>
        </p:blipFill>
        <p:spPr>
          <a:xfrm>
            <a:off x="440570" y="63314"/>
            <a:ext cx="1101359" cy="1588868"/>
          </a:xfrm>
          <a:prstGeom prst="rect">
            <a:avLst/>
          </a:prstGeom>
        </p:spPr>
      </p:pic>
      <p:pic>
        <p:nvPicPr>
          <p:cNvPr id="10" name="Imagen 9">
            <a:extLst>
              <a:ext uri="{FF2B5EF4-FFF2-40B4-BE49-F238E27FC236}">
                <a16:creationId xmlns:a16="http://schemas.microsoft.com/office/drawing/2014/main" id="{198447A0-3FBB-E851-75C5-017623D23EFE}"/>
              </a:ext>
            </a:extLst>
          </p:cNvPr>
          <p:cNvPicPr>
            <a:picLocks noChangeAspect="1"/>
          </p:cNvPicPr>
          <p:nvPr/>
        </p:nvPicPr>
        <p:blipFill rotWithShape="1">
          <a:blip r:embed="rId3"/>
          <a:srcRect l="52150" r="24417"/>
          <a:stretch/>
        </p:blipFill>
        <p:spPr>
          <a:xfrm>
            <a:off x="1766450" y="112788"/>
            <a:ext cx="1101359" cy="1566647"/>
          </a:xfrm>
          <a:prstGeom prst="rect">
            <a:avLst/>
          </a:prstGeom>
        </p:spPr>
      </p:pic>
      <p:pic>
        <p:nvPicPr>
          <p:cNvPr id="11" name="Imagen 10">
            <a:extLst>
              <a:ext uri="{FF2B5EF4-FFF2-40B4-BE49-F238E27FC236}">
                <a16:creationId xmlns:a16="http://schemas.microsoft.com/office/drawing/2014/main" id="{BC8ABD4B-408C-F01C-B0D0-3F97B08098F4}"/>
              </a:ext>
            </a:extLst>
          </p:cNvPr>
          <p:cNvPicPr>
            <a:picLocks noChangeAspect="1"/>
          </p:cNvPicPr>
          <p:nvPr/>
        </p:nvPicPr>
        <p:blipFill rotWithShape="1">
          <a:blip r:embed="rId3"/>
          <a:srcRect l="78041"/>
          <a:stretch/>
        </p:blipFill>
        <p:spPr>
          <a:xfrm>
            <a:off x="3221469" y="99491"/>
            <a:ext cx="1040803" cy="1579944"/>
          </a:xfrm>
          <a:prstGeom prst="rect">
            <a:avLst/>
          </a:prstGeom>
        </p:spPr>
      </p:pic>
      <p:sp>
        <p:nvSpPr>
          <p:cNvPr id="12" name="CuadroTexto 11">
            <a:extLst>
              <a:ext uri="{FF2B5EF4-FFF2-40B4-BE49-F238E27FC236}">
                <a16:creationId xmlns:a16="http://schemas.microsoft.com/office/drawing/2014/main" id="{595DC5DD-5A1E-59D6-36F0-B21B9031EB00}"/>
              </a:ext>
            </a:extLst>
          </p:cNvPr>
          <p:cNvSpPr txBox="1"/>
          <p:nvPr/>
        </p:nvSpPr>
        <p:spPr>
          <a:xfrm>
            <a:off x="2061882" y="4990293"/>
            <a:ext cx="2599765" cy="707886"/>
          </a:xfrm>
          <a:prstGeom prst="rect">
            <a:avLst/>
          </a:prstGeom>
          <a:noFill/>
        </p:spPr>
        <p:txBody>
          <a:bodyPr wrap="square" rtlCol="0">
            <a:spAutoFit/>
          </a:bodyPr>
          <a:lstStyle/>
          <a:p>
            <a:pPr algn="just"/>
            <a:r>
              <a:rPr lang="es-CO" sz="2000" dirty="0">
                <a:latin typeface="Eco Sans Bold"/>
              </a:rPr>
              <a:t>Un pixel solo no define una característica </a:t>
            </a:r>
            <a:endParaRPr lang="en-US" sz="2000" dirty="0">
              <a:latin typeface="Eco Sans Bold"/>
            </a:endParaRPr>
          </a:p>
        </p:txBody>
      </p:sp>
      <p:sp>
        <p:nvSpPr>
          <p:cNvPr id="13" name="TextBox 2"/>
          <p:cNvSpPr txBox="1"/>
          <p:nvPr/>
        </p:nvSpPr>
        <p:spPr>
          <a:xfrm>
            <a:off x="8027943" y="2450613"/>
            <a:ext cx="3409722" cy="553998"/>
          </a:xfrm>
          <a:prstGeom prst="rect">
            <a:avLst/>
          </a:prstGeom>
          <a:noFill/>
        </p:spPr>
        <p:txBody>
          <a:bodyPr wrap="square">
            <a:spAutoFit/>
          </a:bodyPr>
          <a:lstStyle/>
          <a:p>
            <a:pPr algn="ctr">
              <a:defRPr sz="3000" b="1">
                <a:solidFill>
                  <a:srgbClr val="000000"/>
                </a:solidFill>
                <a:latin typeface="Arial"/>
              </a:defRPr>
            </a:pPr>
            <a:r>
              <a:rPr dirty="0" err="1"/>
              <a:t>Capa</a:t>
            </a:r>
            <a:r>
              <a:rPr dirty="0"/>
              <a:t> de entrada</a:t>
            </a:r>
          </a:p>
        </p:txBody>
      </p:sp>
      <p:sp>
        <p:nvSpPr>
          <p:cNvPr id="14" name="TextBox 3"/>
          <p:cNvSpPr txBox="1"/>
          <p:nvPr/>
        </p:nvSpPr>
        <p:spPr>
          <a:xfrm>
            <a:off x="7566218" y="3095244"/>
            <a:ext cx="4226407" cy="477054"/>
          </a:xfrm>
          <a:prstGeom prst="rect">
            <a:avLst/>
          </a:prstGeom>
          <a:noFill/>
        </p:spPr>
        <p:txBody>
          <a:bodyPr wrap="square">
            <a:spAutoFit/>
          </a:bodyPr>
          <a:lstStyle/>
          <a:p>
            <a:pPr algn="ctr">
              <a:defRPr sz="2500" b="1">
                <a:solidFill>
                  <a:srgbClr val="000000"/>
                </a:solidFill>
                <a:latin typeface="Arial"/>
              </a:defRPr>
            </a:pPr>
            <a:r>
              <a:rPr dirty="0"/>
              <a:t>Un </a:t>
            </a:r>
            <a:r>
              <a:rPr dirty="0" err="1"/>
              <a:t>píxel</a:t>
            </a:r>
            <a:r>
              <a:rPr dirty="0"/>
              <a:t> </a:t>
            </a:r>
            <a:r>
              <a:rPr dirty="0" err="1"/>
              <a:t>en</a:t>
            </a:r>
            <a:r>
              <a:rPr dirty="0"/>
              <a:t> </a:t>
            </a:r>
            <a:r>
              <a:rPr dirty="0" err="1"/>
              <a:t>cada</a:t>
            </a:r>
            <a:r>
              <a:rPr dirty="0"/>
              <a:t> </a:t>
            </a:r>
            <a:r>
              <a:rPr dirty="0" err="1"/>
              <a:t>neurona</a:t>
            </a:r>
            <a:endParaRPr dirty="0"/>
          </a:p>
        </p:txBody>
      </p:sp>
      <p:sp>
        <p:nvSpPr>
          <p:cNvPr id="15" name="Oval 4"/>
          <p:cNvSpPr/>
          <p:nvPr/>
        </p:nvSpPr>
        <p:spPr>
          <a:xfrm>
            <a:off x="7142633" y="301752"/>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5"/>
          <p:cNvCxnSpPr/>
          <p:nvPr/>
        </p:nvCxnSpPr>
        <p:spPr>
          <a:xfrm flipV="1">
            <a:off x="5085232" y="374904"/>
            <a:ext cx="2057401" cy="2752344"/>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17" name="Oval 6"/>
          <p:cNvSpPr/>
          <p:nvPr/>
        </p:nvSpPr>
        <p:spPr>
          <a:xfrm>
            <a:off x="7142633" y="525780"/>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7"/>
          <p:cNvCxnSpPr/>
          <p:nvPr/>
        </p:nvCxnSpPr>
        <p:spPr>
          <a:xfrm flipV="1">
            <a:off x="5085232" y="598932"/>
            <a:ext cx="2057401" cy="2528316"/>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Oval 8"/>
          <p:cNvSpPr/>
          <p:nvPr/>
        </p:nvSpPr>
        <p:spPr>
          <a:xfrm>
            <a:off x="7142633" y="749808"/>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9"/>
          <p:cNvCxnSpPr/>
          <p:nvPr/>
        </p:nvCxnSpPr>
        <p:spPr>
          <a:xfrm flipV="1">
            <a:off x="5085232" y="822960"/>
            <a:ext cx="2057401" cy="2304288"/>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21" name="Oval 10"/>
          <p:cNvSpPr/>
          <p:nvPr/>
        </p:nvSpPr>
        <p:spPr>
          <a:xfrm>
            <a:off x="7142633" y="973836"/>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11"/>
          <p:cNvCxnSpPr/>
          <p:nvPr/>
        </p:nvCxnSpPr>
        <p:spPr>
          <a:xfrm flipV="1">
            <a:off x="5085232" y="1046988"/>
            <a:ext cx="2057401" cy="208026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23" name="Oval 12"/>
          <p:cNvSpPr/>
          <p:nvPr/>
        </p:nvSpPr>
        <p:spPr>
          <a:xfrm>
            <a:off x="7142633" y="1197864"/>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13"/>
          <p:cNvCxnSpPr/>
          <p:nvPr/>
        </p:nvCxnSpPr>
        <p:spPr>
          <a:xfrm flipV="1">
            <a:off x="5085232" y="1271016"/>
            <a:ext cx="2057401" cy="1856232"/>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25" name="Oval 14"/>
          <p:cNvSpPr/>
          <p:nvPr/>
        </p:nvSpPr>
        <p:spPr>
          <a:xfrm>
            <a:off x="7142633" y="1421892"/>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15"/>
          <p:cNvCxnSpPr/>
          <p:nvPr/>
        </p:nvCxnSpPr>
        <p:spPr>
          <a:xfrm flipV="1">
            <a:off x="5085232" y="1495044"/>
            <a:ext cx="2057401" cy="1632204"/>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Oval 16"/>
          <p:cNvSpPr/>
          <p:nvPr/>
        </p:nvSpPr>
        <p:spPr>
          <a:xfrm>
            <a:off x="7142633" y="1645920"/>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17"/>
          <p:cNvCxnSpPr/>
          <p:nvPr/>
        </p:nvCxnSpPr>
        <p:spPr>
          <a:xfrm flipV="1">
            <a:off x="5085232" y="1719072"/>
            <a:ext cx="2057401" cy="1408176"/>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30" name="Oval 18"/>
          <p:cNvSpPr/>
          <p:nvPr/>
        </p:nvSpPr>
        <p:spPr>
          <a:xfrm>
            <a:off x="7142633" y="1869947"/>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19"/>
          <p:cNvCxnSpPr/>
          <p:nvPr/>
        </p:nvCxnSpPr>
        <p:spPr>
          <a:xfrm flipV="1">
            <a:off x="5085232" y="1943100"/>
            <a:ext cx="2057401" cy="1184148"/>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32" name="Oval 20"/>
          <p:cNvSpPr/>
          <p:nvPr/>
        </p:nvSpPr>
        <p:spPr>
          <a:xfrm>
            <a:off x="7142633" y="2093976"/>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21"/>
          <p:cNvCxnSpPr/>
          <p:nvPr/>
        </p:nvCxnSpPr>
        <p:spPr>
          <a:xfrm flipV="1">
            <a:off x="5085232" y="2167128"/>
            <a:ext cx="2057401" cy="96012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34" name="Oval 22"/>
          <p:cNvSpPr/>
          <p:nvPr/>
        </p:nvSpPr>
        <p:spPr>
          <a:xfrm>
            <a:off x="7142633" y="2318004"/>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5" name="Connector 23"/>
          <p:cNvCxnSpPr/>
          <p:nvPr/>
        </p:nvCxnSpPr>
        <p:spPr>
          <a:xfrm flipV="1">
            <a:off x="5085232" y="2391156"/>
            <a:ext cx="2057401" cy="736092"/>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36" name="Oval 24"/>
          <p:cNvSpPr/>
          <p:nvPr/>
        </p:nvSpPr>
        <p:spPr>
          <a:xfrm>
            <a:off x="7142633" y="2542032"/>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7" name="Connector 25"/>
          <p:cNvCxnSpPr/>
          <p:nvPr/>
        </p:nvCxnSpPr>
        <p:spPr>
          <a:xfrm flipV="1">
            <a:off x="5085232" y="2615184"/>
            <a:ext cx="2057401" cy="512064"/>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38" name="Oval 26"/>
          <p:cNvSpPr/>
          <p:nvPr/>
        </p:nvSpPr>
        <p:spPr>
          <a:xfrm>
            <a:off x="7142633" y="2766060"/>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27"/>
          <p:cNvCxnSpPr/>
          <p:nvPr/>
        </p:nvCxnSpPr>
        <p:spPr>
          <a:xfrm flipV="1">
            <a:off x="5085232" y="2839212"/>
            <a:ext cx="2057401" cy="288036"/>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40" name="Oval 28"/>
          <p:cNvSpPr/>
          <p:nvPr/>
        </p:nvSpPr>
        <p:spPr>
          <a:xfrm>
            <a:off x="7142633" y="2990088"/>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29"/>
          <p:cNvCxnSpPr/>
          <p:nvPr/>
        </p:nvCxnSpPr>
        <p:spPr>
          <a:xfrm flipV="1">
            <a:off x="5085232" y="3063240"/>
            <a:ext cx="2057401" cy="64008"/>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42" name="Oval 30"/>
          <p:cNvSpPr/>
          <p:nvPr/>
        </p:nvSpPr>
        <p:spPr>
          <a:xfrm>
            <a:off x="7142633" y="3214116"/>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31"/>
          <p:cNvCxnSpPr/>
          <p:nvPr/>
        </p:nvCxnSpPr>
        <p:spPr>
          <a:xfrm>
            <a:off x="5085232" y="3127248"/>
            <a:ext cx="2057401" cy="16002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44" name="Oval 32"/>
          <p:cNvSpPr/>
          <p:nvPr/>
        </p:nvSpPr>
        <p:spPr>
          <a:xfrm>
            <a:off x="7142633" y="3438143"/>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33"/>
          <p:cNvCxnSpPr/>
          <p:nvPr/>
        </p:nvCxnSpPr>
        <p:spPr>
          <a:xfrm>
            <a:off x="5085232" y="3127248"/>
            <a:ext cx="2057401" cy="384048"/>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46" name="Oval 34"/>
          <p:cNvSpPr/>
          <p:nvPr/>
        </p:nvSpPr>
        <p:spPr>
          <a:xfrm>
            <a:off x="7142633" y="3662172"/>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7" name="Connector 35"/>
          <p:cNvCxnSpPr/>
          <p:nvPr/>
        </p:nvCxnSpPr>
        <p:spPr>
          <a:xfrm>
            <a:off x="5085232" y="3127248"/>
            <a:ext cx="2057401" cy="608076"/>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48" name="Oval 36"/>
          <p:cNvSpPr/>
          <p:nvPr/>
        </p:nvSpPr>
        <p:spPr>
          <a:xfrm>
            <a:off x="7142633" y="3886200"/>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37"/>
          <p:cNvCxnSpPr/>
          <p:nvPr/>
        </p:nvCxnSpPr>
        <p:spPr>
          <a:xfrm>
            <a:off x="5085232" y="3127248"/>
            <a:ext cx="2057401" cy="832104"/>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50" name="Oval 38"/>
          <p:cNvSpPr/>
          <p:nvPr/>
        </p:nvSpPr>
        <p:spPr>
          <a:xfrm>
            <a:off x="7142633" y="4110228"/>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39"/>
          <p:cNvCxnSpPr/>
          <p:nvPr/>
        </p:nvCxnSpPr>
        <p:spPr>
          <a:xfrm>
            <a:off x="5085232" y="3127248"/>
            <a:ext cx="2057401" cy="1056132"/>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52" name="Oval 40"/>
          <p:cNvSpPr/>
          <p:nvPr/>
        </p:nvSpPr>
        <p:spPr>
          <a:xfrm>
            <a:off x="7142633" y="4334256"/>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 name="Connector 41"/>
          <p:cNvCxnSpPr/>
          <p:nvPr/>
        </p:nvCxnSpPr>
        <p:spPr>
          <a:xfrm>
            <a:off x="5085232" y="3127248"/>
            <a:ext cx="2057401" cy="128016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54" name="Oval 42"/>
          <p:cNvSpPr/>
          <p:nvPr/>
        </p:nvSpPr>
        <p:spPr>
          <a:xfrm>
            <a:off x="7142633" y="4558284"/>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43"/>
          <p:cNvCxnSpPr/>
          <p:nvPr/>
        </p:nvCxnSpPr>
        <p:spPr>
          <a:xfrm>
            <a:off x="5085232" y="3127248"/>
            <a:ext cx="2057401" cy="1504188"/>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56" name="Oval 44"/>
          <p:cNvSpPr/>
          <p:nvPr/>
        </p:nvSpPr>
        <p:spPr>
          <a:xfrm>
            <a:off x="7142633" y="4782312"/>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45"/>
          <p:cNvCxnSpPr/>
          <p:nvPr/>
        </p:nvCxnSpPr>
        <p:spPr>
          <a:xfrm>
            <a:off x="5085232" y="3127248"/>
            <a:ext cx="2057401" cy="1728216"/>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58" name="Oval 46"/>
          <p:cNvSpPr/>
          <p:nvPr/>
        </p:nvSpPr>
        <p:spPr>
          <a:xfrm>
            <a:off x="7142633" y="5006340"/>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47"/>
          <p:cNvCxnSpPr/>
          <p:nvPr/>
        </p:nvCxnSpPr>
        <p:spPr>
          <a:xfrm>
            <a:off x="5085232" y="3127248"/>
            <a:ext cx="2057401" cy="1952244"/>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60" name="Oval 48"/>
          <p:cNvSpPr/>
          <p:nvPr/>
        </p:nvSpPr>
        <p:spPr>
          <a:xfrm>
            <a:off x="7142633" y="5230368"/>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1" name="Connector 49"/>
          <p:cNvCxnSpPr/>
          <p:nvPr/>
        </p:nvCxnSpPr>
        <p:spPr>
          <a:xfrm>
            <a:off x="5085232" y="3127248"/>
            <a:ext cx="2057401" cy="2176272"/>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62" name="Oval 50"/>
          <p:cNvSpPr/>
          <p:nvPr/>
        </p:nvSpPr>
        <p:spPr>
          <a:xfrm>
            <a:off x="7142633" y="5454396"/>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3" name="Connector 51"/>
          <p:cNvCxnSpPr/>
          <p:nvPr/>
        </p:nvCxnSpPr>
        <p:spPr>
          <a:xfrm>
            <a:off x="5085232" y="3127248"/>
            <a:ext cx="2057401" cy="240030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64" name="Oval 52"/>
          <p:cNvSpPr/>
          <p:nvPr/>
        </p:nvSpPr>
        <p:spPr>
          <a:xfrm>
            <a:off x="7142633" y="5678424"/>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5" name="Connector 53"/>
          <p:cNvCxnSpPr/>
          <p:nvPr/>
        </p:nvCxnSpPr>
        <p:spPr>
          <a:xfrm>
            <a:off x="5085232" y="3127248"/>
            <a:ext cx="2057401" cy="2624328"/>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66" name="Oval 54"/>
          <p:cNvSpPr/>
          <p:nvPr/>
        </p:nvSpPr>
        <p:spPr>
          <a:xfrm>
            <a:off x="7142633" y="5902452"/>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7" name="Connector 55"/>
          <p:cNvCxnSpPr/>
          <p:nvPr/>
        </p:nvCxnSpPr>
        <p:spPr>
          <a:xfrm>
            <a:off x="5085232" y="3127248"/>
            <a:ext cx="2057401" cy="2848356"/>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68" name="Oval 56"/>
          <p:cNvSpPr/>
          <p:nvPr/>
        </p:nvSpPr>
        <p:spPr>
          <a:xfrm>
            <a:off x="7142633" y="6126480"/>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9" name="Connector 57"/>
          <p:cNvCxnSpPr/>
          <p:nvPr/>
        </p:nvCxnSpPr>
        <p:spPr>
          <a:xfrm>
            <a:off x="5085232" y="3127248"/>
            <a:ext cx="2057401" cy="3072384"/>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70" name="Oval 58"/>
          <p:cNvSpPr/>
          <p:nvPr/>
        </p:nvSpPr>
        <p:spPr>
          <a:xfrm>
            <a:off x="7142633" y="6350508"/>
            <a:ext cx="146304" cy="146304"/>
          </a:xfrm>
          <a:prstGeom prst="ellipse">
            <a:avLst/>
          </a:prstGeom>
          <a:solidFill>
            <a:srgbClr val="CDEBBE"/>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1" name="Connector 59"/>
          <p:cNvCxnSpPr/>
          <p:nvPr/>
        </p:nvCxnSpPr>
        <p:spPr>
          <a:xfrm>
            <a:off x="5085232" y="3127248"/>
            <a:ext cx="2057401" cy="3296412"/>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5658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upo 22">
            <a:extLst>
              <a:ext uri="{FF2B5EF4-FFF2-40B4-BE49-F238E27FC236}">
                <a16:creationId xmlns:a16="http://schemas.microsoft.com/office/drawing/2014/main" id="{12EB6B1D-26E8-0F5B-CDE9-1B6CB0CECD42}"/>
              </a:ext>
            </a:extLst>
          </p:cNvPr>
          <p:cNvGrpSpPr/>
          <p:nvPr/>
        </p:nvGrpSpPr>
        <p:grpSpPr>
          <a:xfrm>
            <a:off x="138909" y="701948"/>
            <a:ext cx="4949163" cy="1126472"/>
            <a:chOff x="146873" y="234596"/>
            <a:chExt cx="4949163" cy="1126472"/>
          </a:xfrm>
        </p:grpSpPr>
        <p:pic>
          <p:nvPicPr>
            <p:cNvPr id="5" name="Imagen 4">
              <a:extLst>
                <a:ext uri="{FF2B5EF4-FFF2-40B4-BE49-F238E27FC236}">
                  <a16:creationId xmlns:a16="http://schemas.microsoft.com/office/drawing/2014/main" id="{A2BDE379-9724-8DB3-EF03-14FC8B9A9312}"/>
                </a:ext>
              </a:extLst>
            </p:cNvPr>
            <p:cNvPicPr>
              <a:picLocks noChangeAspect="1"/>
            </p:cNvPicPr>
            <p:nvPr/>
          </p:nvPicPr>
          <p:blipFill>
            <a:blip r:embed="rId2"/>
            <a:stretch>
              <a:fillRect/>
            </a:stretch>
          </p:blipFill>
          <p:spPr>
            <a:xfrm>
              <a:off x="146873" y="234596"/>
              <a:ext cx="1107161" cy="1126472"/>
            </a:xfrm>
            <a:prstGeom prst="rect">
              <a:avLst/>
            </a:prstGeom>
          </p:spPr>
        </p:pic>
        <p:pic>
          <p:nvPicPr>
            <p:cNvPr id="9" name="Imagen 8">
              <a:extLst>
                <a:ext uri="{FF2B5EF4-FFF2-40B4-BE49-F238E27FC236}">
                  <a16:creationId xmlns:a16="http://schemas.microsoft.com/office/drawing/2014/main" id="{4103F8C0-3EBB-9261-E765-91A78A78CBC6}"/>
                </a:ext>
              </a:extLst>
            </p:cNvPr>
            <p:cNvPicPr>
              <a:picLocks noChangeAspect="1"/>
            </p:cNvPicPr>
            <p:nvPr/>
          </p:nvPicPr>
          <p:blipFill>
            <a:blip r:embed="rId3"/>
            <a:stretch>
              <a:fillRect/>
            </a:stretch>
          </p:blipFill>
          <p:spPr>
            <a:xfrm>
              <a:off x="1435387" y="234596"/>
              <a:ext cx="1115682" cy="1126472"/>
            </a:xfrm>
            <a:prstGeom prst="rect">
              <a:avLst/>
            </a:prstGeom>
          </p:spPr>
        </p:pic>
        <p:pic>
          <p:nvPicPr>
            <p:cNvPr id="11" name="Imagen 10">
              <a:extLst>
                <a:ext uri="{FF2B5EF4-FFF2-40B4-BE49-F238E27FC236}">
                  <a16:creationId xmlns:a16="http://schemas.microsoft.com/office/drawing/2014/main" id="{5E191624-C094-F2DF-8CFF-4A7939E02C1D}"/>
                </a:ext>
              </a:extLst>
            </p:cNvPr>
            <p:cNvPicPr>
              <a:picLocks noChangeAspect="1"/>
            </p:cNvPicPr>
            <p:nvPr/>
          </p:nvPicPr>
          <p:blipFill>
            <a:blip r:embed="rId4"/>
            <a:stretch>
              <a:fillRect/>
            </a:stretch>
          </p:blipFill>
          <p:spPr>
            <a:xfrm>
              <a:off x="2746512" y="234596"/>
              <a:ext cx="1094651" cy="1126472"/>
            </a:xfrm>
            <a:prstGeom prst="rect">
              <a:avLst/>
            </a:prstGeom>
          </p:spPr>
        </p:pic>
        <p:pic>
          <p:nvPicPr>
            <p:cNvPr id="13" name="Imagen 12">
              <a:extLst>
                <a:ext uri="{FF2B5EF4-FFF2-40B4-BE49-F238E27FC236}">
                  <a16:creationId xmlns:a16="http://schemas.microsoft.com/office/drawing/2014/main" id="{E25E73CA-0BEF-BA7C-89E4-D8D5FCDE58D9}"/>
                </a:ext>
              </a:extLst>
            </p:cNvPr>
            <p:cNvPicPr>
              <a:picLocks noChangeAspect="1"/>
            </p:cNvPicPr>
            <p:nvPr/>
          </p:nvPicPr>
          <p:blipFill>
            <a:blip r:embed="rId5"/>
            <a:stretch>
              <a:fillRect/>
            </a:stretch>
          </p:blipFill>
          <p:spPr>
            <a:xfrm>
              <a:off x="3986730" y="234597"/>
              <a:ext cx="1109306" cy="1126471"/>
            </a:xfrm>
            <a:prstGeom prst="rect">
              <a:avLst/>
            </a:prstGeom>
          </p:spPr>
        </p:pic>
        <p:sp>
          <p:nvSpPr>
            <p:cNvPr id="14" name="Rectángulo 13">
              <a:extLst>
                <a:ext uri="{FF2B5EF4-FFF2-40B4-BE49-F238E27FC236}">
                  <a16:creationId xmlns:a16="http://schemas.microsoft.com/office/drawing/2014/main" id="{4A869842-6A06-5DFE-3DBD-2CFDC2B8AC8F}"/>
                </a:ext>
              </a:extLst>
            </p:cNvPr>
            <p:cNvSpPr/>
            <p:nvPr/>
          </p:nvSpPr>
          <p:spPr>
            <a:xfrm>
              <a:off x="496389" y="924195"/>
              <a:ext cx="144742" cy="1012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Imagen 15">
            <a:extLst>
              <a:ext uri="{FF2B5EF4-FFF2-40B4-BE49-F238E27FC236}">
                <a16:creationId xmlns:a16="http://schemas.microsoft.com/office/drawing/2014/main" id="{D6D5E948-F0DD-7917-FC5D-563E88AA1312}"/>
              </a:ext>
            </a:extLst>
          </p:cNvPr>
          <p:cNvPicPr>
            <a:picLocks noChangeAspect="1"/>
          </p:cNvPicPr>
          <p:nvPr/>
        </p:nvPicPr>
        <p:blipFill>
          <a:blip r:embed="rId6"/>
          <a:stretch>
            <a:fillRect/>
          </a:stretch>
        </p:blipFill>
        <p:spPr>
          <a:xfrm>
            <a:off x="5205719" y="128342"/>
            <a:ext cx="914385" cy="1232726"/>
          </a:xfrm>
          <a:prstGeom prst="rect">
            <a:avLst/>
          </a:prstGeom>
        </p:spPr>
      </p:pic>
      <p:pic>
        <p:nvPicPr>
          <p:cNvPr id="18" name="Imagen 17">
            <a:extLst>
              <a:ext uri="{FF2B5EF4-FFF2-40B4-BE49-F238E27FC236}">
                <a16:creationId xmlns:a16="http://schemas.microsoft.com/office/drawing/2014/main" id="{44EF6F29-86EB-8444-3D44-E3220A897A7B}"/>
              </a:ext>
            </a:extLst>
          </p:cNvPr>
          <p:cNvPicPr>
            <a:picLocks noChangeAspect="1"/>
          </p:cNvPicPr>
          <p:nvPr/>
        </p:nvPicPr>
        <p:blipFill>
          <a:blip r:embed="rId7"/>
          <a:stretch>
            <a:fillRect/>
          </a:stretch>
        </p:blipFill>
        <p:spPr>
          <a:xfrm>
            <a:off x="5214038" y="1502302"/>
            <a:ext cx="914385" cy="1232726"/>
          </a:xfrm>
          <a:prstGeom prst="rect">
            <a:avLst/>
          </a:prstGeom>
        </p:spPr>
      </p:pic>
      <p:pic>
        <p:nvPicPr>
          <p:cNvPr id="20" name="Imagen 19">
            <a:extLst>
              <a:ext uri="{FF2B5EF4-FFF2-40B4-BE49-F238E27FC236}">
                <a16:creationId xmlns:a16="http://schemas.microsoft.com/office/drawing/2014/main" id="{EEBFF181-6E09-4005-8B09-3697DF61C240}"/>
              </a:ext>
            </a:extLst>
          </p:cNvPr>
          <p:cNvPicPr>
            <a:picLocks noChangeAspect="1"/>
          </p:cNvPicPr>
          <p:nvPr/>
        </p:nvPicPr>
        <p:blipFill>
          <a:blip r:embed="rId8"/>
          <a:stretch>
            <a:fillRect/>
          </a:stretch>
        </p:blipFill>
        <p:spPr>
          <a:xfrm>
            <a:off x="6254389" y="503589"/>
            <a:ext cx="1395288" cy="1523190"/>
          </a:xfrm>
          <a:prstGeom prst="rect">
            <a:avLst/>
          </a:prstGeom>
        </p:spPr>
      </p:pic>
      <p:pic>
        <p:nvPicPr>
          <p:cNvPr id="22" name="Imagen 21">
            <a:extLst>
              <a:ext uri="{FF2B5EF4-FFF2-40B4-BE49-F238E27FC236}">
                <a16:creationId xmlns:a16="http://schemas.microsoft.com/office/drawing/2014/main" id="{30DD14B5-ADE7-61C2-1DA5-F173061A6455}"/>
              </a:ext>
            </a:extLst>
          </p:cNvPr>
          <p:cNvPicPr>
            <a:picLocks noChangeAspect="1"/>
          </p:cNvPicPr>
          <p:nvPr/>
        </p:nvPicPr>
        <p:blipFill rotWithShape="1">
          <a:blip r:embed="rId9"/>
          <a:srcRect t="13494" b="14070"/>
          <a:stretch/>
        </p:blipFill>
        <p:spPr>
          <a:xfrm>
            <a:off x="7649677" y="1879036"/>
            <a:ext cx="4416357" cy="1066347"/>
          </a:xfrm>
          <a:prstGeom prst="rect">
            <a:avLst/>
          </a:prstGeom>
        </p:spPr>
      </p:pic>
      <p:sp>
        <p:nvSpPr>
          <p:cNvPr id="25" name="CuadroTexto 24">
            <a:extLst>
              <a:ext uri="{FF2B5EF4-FFF2-40B4-BE49-F238E27FC236}">
                <a16:creationId xmlns:a16="http://schemas.microsoft.com/office/drawing/2014/main" id="{CD29B20D-0E29-3BA0-7D41-4DDB3B654F09}"/>
              </a:ext>
            </a:extLst>
          </p:cNvPr>
          <p:cNvSpPr txBox="1"/>
          <p:nvPr/>
        </p:nvSpPr>
        <p:spPr>
          <a:xfrm>
            <a:off x="8608326" y="749234"/>
            <a:ext cx="3444765" cy="584775"/>
          </a:xfrm>
          <a:prstGeom prst="rect">
            <a:avLst/>
          </a:prstGeom>
          <a:noFill/>
        </p:spPr>
        <p:txBody>
          <a:bodyPr wrap="square">
            <a:spAutoFit/>
          </a:bodyPr>
          <a:lstStyle/>
          <a:p>
            <a:r>
              <a:rPr lang="en-US" sz="3200" b="1" dirty="0">
                <a:latin typeface="Eco Sans Bold"/>
              </a:rPr>
              <a:t>CARACTERÍSTICAS</a:t>
            </a:r>
            <a:endParaRPr lang="en-US" sz="3200" dirty="0"/>
          </a:p>
        </p:txBody>
      </p:sp>
      <p:pic>
        <p:nvPicPr>
          <p:cNvPr id="27" name="Imagen 26">
            <a:extLst>
              <a:ext uri="{FF2B5EF4-FFF2-40B4-BE49-F238E27FC236}">
                <a16:creationId xmlns:a16="http://schemas.microsoft.com/office/drawing/2014/main" id="{277B882D-B775-B45B-00B1-2E9E48708C93}"/>
              </a:ext>
            </a:extLst>
          </p:cNvPr>
          <p:cNvPicPr>
            <a:picLocks noChangeAspect="1"/>
          </p:cNvPicPr>
          <p:nvPr/>
        </p:nvPicPr>
        <p:blipFill>
          <a:blip r:embed="rId10"/>
          <a:stretch>
            <a:fillRect/>
          </a:stretch>
        </p:blipFill>
        <p:spPr>
          <a:xfrm>
            <a:off x="2918363" y="3147233"/>
            <a:ext cx="792853" cy="1264731"/>
          </a:xfrm>
          <a:prstGeom prst="rect">
            <a:avLst/>
          </a:prstGeom>
        </p:spPr>
      </p:pic>
      <p:pic>
        <p:nvPicPr>
          <p:cNvPr id="28" name="Imagen 27">
            <a:extLst>
              <a:ext uri="{FF2B5EF4-FFF2-40B4-BE49-F238E27FC236}">
                <a16:creationId xmlns:a16="http://schemas.microsoft.com/office/drawing/2014/main" id="{12DE8F0E-9D1E-E681-E3BF-5BAF581B845B}"/>
              </a:ext>
            </a:extLst>
          </p:cNvPr>
          <p:cNvPicPr>
            <a:picLocks noChangeAspect="1"/>
          </p:cNvPicPr>
          <p:nvPr/>
        </p:nvPicPr>
        <p:blipFill>
          <a:blip r:embed="rId3"/>
          <a:stretch>
            <a:fillRect/>
          </a:stretch>
        </p:blipFill>
        <p:spPr>
          <a:xfrm>
            <a:off x="1516400" y="3147233"/>
            <a:ext cx="1115684" cy="1126473"/>
          </a:xfrm>
          <a:prstGeom prst="rect">
            <a:avLst/>
          </a:prstGeom>
        </p:spPr>
      </p:pic>
      <p:sp>
        <p:nvSpPr>
          <p:cNvPr id="29" name="CuadroTexto 28">
            <a:extLst>
              <a:ext uri="{FF2B5EF4-FFF2-40B4-BE49-F238E27FC236}">
                <a16:creationId xmlns:a16="http://schemas.microsoft.com/office/drawing/2014/main" id="{4272FA08-A891-EECA-2327-9B13B5A1E02A}"/>
              </a:ext>
            </a:extLst>
          </p:cNvPr>
          <p:cNvSpPr txBox="1"/>
          <p:nvPr/>
        </p:nvSpPr>
        <p:spPr>
          <a:xfrm>
            <a:off x="4063645" y="3241782"/>
            <a:ext cx="2081048" cy="1077218"/>
          </a:xfrm>
          <a:prstGeom prst="rect">
            <a:avLst/>
          </a:prstGeom>
          <a:noFill/>
        </p:spPr>
        <p:txBody>
          <a:bodyPr wrap="square" rtlCol="0">
            <a:spAutoFit/>
          </a:bodyPr>
          <a:lstStyle/>
          <a:p>
            <a:pPr algn="ctr"/>
            <a:r>
              <a:rPr lang="es-CO" sz="3200" b="1" dirty="0">
                <a:latin typeface="Eco Sans Bold"/>
              </a:rPr>
              <a:t>Numero de Círculos</a:t>
            </a:r>
            <a:endParaRPr lang="en-US" sz="3200" b="1" dirty="0">
              <a:latin typeface="Eco Sans Bold"/>
            </a:endParaRPr>
          </a:p>
        </p:txBody>
      </p:sp>
      <p:pic>
        <p:nvPicPr>
          <p:cNvPr id="30" name="Imagen 29">
            <a:extLst>
              <a:ext uri="{FF2B5EF4-FFF2-40B4-BE49-F238E27FC236}">
                <a16:creationId xmlns:a16="http://schemas.microsoft.com/office/drawing/2014/main" id="{9220A1B3-27E5-7418-1614-51ACD2BE3A76}"/>
              </a:ext>
            </a:extLst>
          </p:cNvPr>
          <p:cNvPicPr>
            <a:picLocks noChangeAspect="1"/>
          </p:cNvPicPr>
          <p:nvPr/>
        </p:nvPicPr>
        <p:blipFill>
          <a:blip r:embed="rId6"/>
          <a:stretch>
            <a:fillRect/>
          </a:stretch>
        </p:blipFill>
        <p:spPr>
          <a:xfrm>
            <a:off x="6550407" y="3179239"/>
            <a:ext cx="914385" cy="1232726"/>
          </a:xfrm>
          <a:prstGeom prst="rect">
            <a:avLst/>
          </a:prstGeom>
        </p:spPr>
      </p:pic>
      <p:pic>
        <p:nvPicPr>
          <p:cNvPr id="32" name="Imagen 31">
            <a:extLst>
              <a:ext uri="{FF2B5EF4-FFF2-40B4-BE49-F238E27FC236}">
                <a16:creationId xmlns:a16="http://schemas.microsoft.com/office/drawing/2014/main" id="{3B7E6DEF-E205-52C4-0839-8868301273DE}"/>
              </a:ext>
            </a:extLst>
          </p:cNvPr>
          <p:cNvPicPr>
            <a:picLocks noChangeAspect="1"/>
          </p:cNvPicPr>
          <p:nvPr/>
        </p:nvPicPr>
        <p:blipFill>
          <a:blip r:embed="rId11"/>
          <a:stretch>
            <a:fillRect/>
          </a:stretch>
        </p:blipFill>
        <p:spPr>
          <a:xfrm>
            <a:off x="7649677" y="3152165"/>
            <a:ext cx="792853" cy="1259800"/>
          </a:xfrm>
          <a:prstGeom prst="rect">
            <a:avLst/>
          </a:prstGeom>
        </p:spPr>
      </p:pic>
      <p:pic>
        <p:nvPicPr>
          <p:cNvPr id="36" name="Imagen 35">
            <a:extLst>
              <a:ext uri="{FF2B5EF4-FFF2-40B4-BE49-F238E27FC236}">
                <a16:creationId xmlns:a16="http://schemas.microsoft.com/office/drawing/2014/main" id="{69B21DC8-82FF-D45F-E0EA-443AA76A1A78}"/>
              </a:ext>
            </a:extLst>
          </p:cNvPr>
          <p:cNvPicPr>
            <a:picLocks noChangeAspect="1"/>
          </p:cNvPicPr>
          <p:nvPr/>
        </p:nvPicPr>
        <p:blipFill>
          <a:blip r:embed="rId12"/>
          <a:stretch>
            <a:fillRect/>
          </a:stretch>
        </p:blipFill>
        <p:spPr>
          <a:xfrm>
            <a:off x="3812707" y="4956993"/>
            <a:ext cx="3153274" cy="1276668"/>
          </a:xfrm>
          <a:prstGeom prst="rect">
            <a:avLst/>
          </a:prstGeom>
        </p:spPr>
      </p:pic>
      <p:pic>
        <p:nvPicPr>
          <p:cNvPr id="38" name="Imagen 37">
            <a:extLst>
              <a:ext uri="{FF2B5EF4-FFF2-40B4-BE49-F238E27FC236}">
                <a16:creationId xmlns:a16="http://schemas.microsoft.com/office/drawing/2014/main" id="{B9707919-EDD5-8C57-8325-34B7D0270C81}"/>
              </a:ext>
            </a:extLst>
          </p:cNvPr>
          <p:cNvPicPr>
            <a:picLocks noChangeAspect="1"/>
          </p:cNvPicPr>
          <p:nvPr/>
        </p:nvPicPr>
        <p:blipFill>
          <a:blip r:embed="rId13"/>
          <a:stretch>
            <a:fillRect/>
          </a:stretch>
        </p:blipFill>
        <p:spPr>
          <a:xfrm>
            <a:off x="6993137" y="4797116"/>
            <a:ext cx="3476523" cy="1386408"/>
          </a:xfrm>
          <a:prstGeom prst="rect">
            <a:avLst/>
          </a:prstGeom>
        </p:spPr>
      </p:pic>
      <p:grpSp>
        <p:nvGrpSpPr>
          <p:cNvPr id="41" name="Grupo 40">
            <a:extLst>
              <a:ext uri="{FF2B5EF4-FFF2-40B4-BE49-F238E27FC236}">
                <a16:creationId xmlns:a16="http://schemas.microsoft.com/office/drawing/2014/main" id="{C404CA72-8584-6E1D-171E-2F49639C4F48}"/>
              </a:ext>
            </a:extLst>
          </p:cNvPr>
          <p:cNvGrpSpPr/>
          <p:nvPr/>
        </p:nvGrpSpPr>
        <p:grpSpPr>
          <a:xfrm>
            <a:off x="8543884" y="3490411"/>
            <a:ext cx="3208345" cy="637321"/>
            <a:chOff x="8991974" y="3782279"/>
            <a:chExt cx="3208345" cy="637321"/>
          </a:xfrm>
        </p:grpSpPr>
        <p:pic>
          <p:nvPicPr>
            <p:cNvPr id="39" name="Imagen 38">
              <a:extLst>
                <a:ext uri="{FF2B5EF4-FFF2-40B4-BE49-F238E27FC236}">
                  <a16:creationId xmlns:a16="http://schemas.microsoft.com/office/drawing/2014/main" id="{A5E16161-3E1B-FAF4-D4F9-56C5D5635592}"/>
                </a:ext>
              </a:extLst>
            </p:cNvPr>
            <p:cNvPicPr>
              <a:picLocks noChangeAspect="1"/>
            </p:cNvPicPr>
            <p:nvPr/>
          </p:nvPicPr>
          <p:blipFill rotWithShape="1">
            <a:blip r:embed="rId13"/>
            <a:srcRect r="4047" b="52204"/>
            <a:stretch/>
          </p:blipFill>
          <p:spPr>
            <a:xfrm>
              <a:off x="8991974" y="3782279"/>
              <a:ext cx="3208345" cy="637321"/>
            </a:xfrm>
            <a:prstGeom prst="rect">
              <a:avLst/>
            </a:prstGeom>
          </p:spPr>
        </p:pic>
        <p:sp>
          <p:nvSpPr>
            <p:cNvPr id="40" name="CuadroTexto 39">
              <a:extLst>
                <a:ext uri="{FF2B5EF4-FFF2-40B4-BE49-F238E27FC236}">
                  <a16:creationId xmlns:a16="http://schemas.microsoft.com/office/drawing/2014/main" id="{7EE1F8D9-5B3D-0D05-3BEE-370545726F2E}"/>
                </a:ext>
              </a:extLst>
            </p:cNvPr>
            <p:cNvSpPr txBox="1"/>
            <p:nvPr/>
          </p:nvSpPr>
          <p:spPr>
            <a:xfrm>
              <a:off x="11565299" y="3931440"/>
              <a:ext cx="626701" cy="369332"/>
            </a:xfrm>
            <a:prstGeom prst="rect">
              <a:avLst/>
            </a:prstGeom>
            <a:noFill/>
          </p:spPr>
          <p:txBody>
            <a:bodyPr wrap="square" rtlCol="0">
              <a:spAutoFit/>
            </a:bodyPr>
            <a:lstStyle/>
            <a:p>
              <a:r>
                <a:rPr lang="es-CO" b="1" dirty="0">
                  <a:latin typeface="Eco Sans Bold"/>
                </a:rPr>
                <a:t>2 / 1</a:t>
              </a:r>
              <a:endParaRPr lang="en-US" b="1" dirty="0">
                <a:latin typeface="Eco Sans Bold"/>
              </a:endParaRPr>
            </a:p>
          </p:txBody>
        </p:sp>
      </p:grpSp>
      <p:sp>
        <p:nvSpPr>
          <p:cNvPr id="42" name="CuadroTexto 41">
            <a:extLst>
              <a:ext uri="{FF2B5EF4-FFF2-40B4-BE49-F238E27FC236}">
                <a16:creationId xmlns:a16="http://schemas.microsoft.com/office/drawing/2014/main" id="{DDCF33EF-F279-7B9A-7074-CE984060DD1B}"/>
              </a:ext>
            </a:extLst>
          </p:cNvPr>
          <p:cNvSpPr txBox="1"/>
          <p:nvPr/>
        </p:nvSpPr>
        <p:spPr>
          <a:xfrm>
            <a:off x="9676900" y="5595327"/>
            <a:ext cx="626701" cy="369332"/>
          </a:xfrm>
          <a:prstGeom prst="rect">
            <a:avLst/>
          </a:prstGeom>
          <a:noFill/>
        </p:spPr>
        <p:txBody>
          <a:bodyPr wrap="square" rtlCol="0">
            <a:spAutoFit/>
          </a:bodyPr>
          <a:lstStyle/>
          <a:p>
            <a:r>
              <a:rPr lang="es-CO" b="1" dirty="0">
                <a:latin typeface="Eco Sans Bold"/>
              </a:rPr>
              <a:t>0 / 1</a:t>
            </a:r>
            <a:endParaRPr lang="en-US" b="1" dirty="0">
              <a:latin typeface="Eco Sans Bold"/>
            </a:endParaRPr>
          </a:p>
        </p:txBody>
      </p:sp>
      <p:sp>
        <p:nvSpPr>
          <p:cNvPr id="43" name="CuadroTexto 42">
            <a:extLst>
              <a:ext uri="{FF2B5EF4-FFF2-40B4-BE49-F238E27FC236}">
                <a16:creationId xmlns:a16="http://schemas.microsoft.com/office/drawing/2014/main" id="{19185103-3F19-A03F-6727-D0F5B9D3105F}"/>
              </a:ext>
            </a:extLst>
          </p:cNvPr>
          <p:cNvSpPr txBox="1"/>
          <p:nvPr/>
        </p:nvSpPr>
        <p:spPr>
          <a:xfrm>
            <a:off x="9689319" y="4990196"/>
            <a:ext cx="626701" cy="369332"/>
          </a:xfrm>
          <a:prstGeom prst="rect">
            <a:avLst/>
          </a:prstGeom>
          <a:noFill/>
        </p:spPr>
        <p:txBody>
          <a:bodyPr wrap="square" rtlCol="0">
            <a:spAutoFit/>
          </a:bodyPr>
          <a:lstStyle/>
          <a:p>
            <a:r>
              <a:rPr lang="es-CO" b="1" dirty="0">
                <a:latin typeface="Eco Sans Bold"/>
              </a:rPr>
              <a:t>2 / 1</a:t>
            </a:r>
            <a:endParaRPr lang="en-US" b="1" dirty="0">
              <a:latin typeface="Eco Sans Bold"/>
            </a:endParaRPr>
          </a:p>
        </p:txBody>
      </p:sp>
      <p:sp>
        <p:nvSpPr>
          <p:cNvPr id="44" name="CuadroTexto 43">
            <a:extLst>
              <a:ext uri="{FF2B5EF4-FFF2-40B4-BE49-F238E27FC236}">
                <a16:creationId xmlns:a16="http://schemas.microsoft.com/office/drawing/2014/main" id="{C0614F0E-D917-F0FF-2148-520EFAA49AAF}"/>
              </a:ext>
            </a:extLst>
          </p:cNvPr>
          <p:cNvSpPr txBox="1"/>
          <p:nvPr/>
        </p:nvSpPr>
        <p:spPr>
          <a:xfrm>
            <a:off x="4852033" y="6126332"/>
            <a:ext cx="1596758" cy="646331"/>
          </a:xfrm>
          <a:prstGeom prst="rect">
            <a:avLst/>
          </a:prstGeom>
          <a:noFill/>
        </p:spPr>
        <p:txBody>
          <a:bodyPr wrap="square" rtlCol="0">
            <a:spAutoFit/>
          </a:bodyPr>
          <a:lstStyle/>
          <a:p>
            <a:r>
              <a:rPr lang="es-CO" dirty="0">
                <a:latin typeface="Eco Sans Bold"/>
              </a:rPr>
              <a:t>Circulo y línea a la derecha</a:t>
            </a:r>
            <a:endParaRPr lang="en-US" dirty="0">
              <a:latin typeface="Eco Sans Bold"/>
            </a:endParaRPr>
          </a:p>
        </p:txBody>
      </p:sp>
    </p:spTree>
    <p:extLst>
      <p:ext uri="{BB962C8B-B14F-4D97-AF65-F5344CB8AC3E}">
        <p14:creationId xmlns:p14="http://schemas.microsoft.com/office/powerpoint/2010/main" val="2640727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25F70818-E1AC-EB15-A96C-87652D3A55E0}"/>
              </a:ext>
            </a:extLst>
          </p:cNvPr>
          <p:cNvSpPr/>
          <p:nvPr/>
        </p:nvSpPr>
        <p:spPr>
          <a:xfrm>
            <a:off x="402165" y="1958421"/>
            <a:ext cx="2150533" cy="592667"/>
          </a:xfrm>
          <a:prstGeom prst="roundRect">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Eco Sans Bold"/>
              </a:rPr>
              <a:t>RECIBE LOS PIXELES</a:t>
            </a:r>
          </a:p>
        </p:txBody>
      </p:sp>
      <p:sp>
        <p:nvSpPr>
          <p:cNvPr id="3" name="Rectángulo: esquinas redondeadas 2">
            <a:extLst>
              <a:ext uri="{FF2B5EF4-FFF2-40B4-BE49-F238E27FC236}">
                <a16:creationId xmlns:a16="http://schemas.microsoft.com/office/drawing/2014/main" id="{4ABC35B8-161E-2BC7-460F-033BB2223478}"/>
              </a:ext>
            </a:extLst>
          </p:cNvPr>
          <p:cNvSpPr/>
          <p:nvPr/>
        </p:nvSpPr>
        <p:spPr>
          <a:xfrm>
            <a:off x="402166" y="5175755"/>
            <a:ext cx="2150533" cy="592667"/>
          </a:xfrm>
          <a:prstGeom prst="round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Eco Sans Bold"/>
              </a:rPr>
              <a:t>CLASIFICA CON CAPAS REGULARES</a:t>
            </a:r>
            <a:endParaRPr lang="en-US" b="1" dirty="0">
              <a:solidFill>
                <a:schemeClr val="tx1"/>
              </a:solidFill>
            </a:endParaRPr>
          </a:p>
        </p:txBody>
      </p:sp>
      <p:sp>
        <p:nvSpPr>
          <p:cNvPr id="4" name="Rectángulo: esquinas redondeadas 3">
            <a:extLst>
              <a:ext uri="{FF2B5EF4-FFF2-40B4-BE49-F238E27FC236}">
                <a16:creationId xmlns:a16="http://schemas.microsoft.com/office/drawing/2014/main" id="{F06B8A38-A52F-8F63-F77B-70836BD13A98}"/>
              </a:ext>
            </a:extLst>
          </p:cNvPr>
          <p:cNvSpPr/>
          <p:nvPr/>
        </p:nvSpPr>
        <p:spPr>
          <a:xfrm>
            <a:off x="402167" y="3562856"/>
            <a:ext cx="2150533" cy="592667"/>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6464"/>
                </a:solidFill>
                <a:latin typeface="Eco Sans Bold"/>
              </a:rPr>
              <a:t>EXTRAE CARACTERÍSTICAS</a:t>
            </a:r>
          </a:p>
        </p:txBody>
      </p:sp>
      <p:pic>
        <p:nvPicPr>
          <p:cNvPr id="9" name="Imagen 8">
            <a:extLst>
              <a:ext uri="{FF2B5EF4-FFF2-40B4-BE49-F238E27FC236}">
                <a16:creationId xmlns:a16="http://schemas.microsoft.com/office/drawing/2014/main" id="{F2DF7766-5D4E-4951-95D4-FBAA1114110F}"/>
              </a:ext>
            </a:extLst>
          </p:cNvPr>
          <p:cNvPicPr>
            <a:picLocks noChangeAspect="1"/>
          </p:cNvPicPr>
          <p:nvPr/>
        </p:nvPicPr>
        <p:blipFill rotWithShape="1">
          <a:blip r:embed="rId2"/>
          <a:srcRect l="29044" r="47850"/>
          <a:stretch/>
        </p:blipFill>
        <p:spPr>
          <a:xfrm>
            <a:off x="5313137" y="1440345"/>
            <a:ext cx="1101359" cy="1588868"/>
          </a:xfrm>
          <a:prstGeom prst="rect">
            <a:avLst/>
          </a:prstGeom>
        </p:spPr>
      </p:pic>
      <p:pic>
        <p:nvPicPr>
          <p:cNvPr id="10" name="Imagen 9">
            <a:extLst>
              <a:ext uri="{FF2B5EF4-FFF2-40B4-BE49-F238E27FC236}">
                <a16:creationId xmlns:a16="http://schemas.microsoft.com/office/drawing/2014/main" id="{6DA97BC8-57B0-8757-0BB5-BB0683AC79E2}"/>
              </a:ext>
            </a:extLst>
          </p:cNvPr>
          <p:cNvPicPr>
            <a:picLocks noChangeAspect="1"/>
          </p:cNvPicPr>
          <p:nvPr/>
        </p:nvPicPr>
        <p:blipFill rotWithShape="1">
          <a:blip r:embed="rId2"/>
          <a:srcRect l="52150" r="24417"/>
          <a:stretch/>
        </p:blipFill>
        <p:spPr>
          <a:xfrm>
            <a:off x="6639017" y="1489819"/>
            <a:ext cx="1101359" cy="1566647"/>
          </a:xfrm>
          <a:prstGeom prst="rect">
            <a:avLst/>
          </a:prstGeom>
        </p:spPr>
      </p:pic>
      <p:pic>
        <p:nvPicPr>
          <p:cNvPr id="11" name="Imagen 10">
            <a:extLst>
              <a:ext uri="{FF2B5EF4-FFF2-40B4-BE49-F238E27FC236}">
                <a16:creationId xmlns:a16="http://schemas.microsoft.com/office/drawing/2014/main" id="{8C4C9EEA-4EB1-E433-8246-028BCF553439}"/>
              </a:ext>
            </a:extLst>
          </p:cNvPr>
          <p:cNvPicPr>
            <a:picLocks noChangeAspect="1"/>
          </p:cNvPicPr>
          <p:nvPr/>
        </p:nvPicPr>
        <p:blipFill rotWithShape="1">
          <a:blip r:embed="rId2"/>
          <a:srcRect l="78041"/>
          <a:stretch/>
        </p:blipFill>
        <p:spPr>
          <a:xfrm>
            <a:off x="8094036" y="1476522"/>
            <a:ext cx="1040803" cy="1579944"/>
          </a:xfrm>
          <a:prstGeom prst="rect">
            <a:avLst/>
          </a:prstGeom>
        </p:spPr>
      </p:pic>
      <p:grpSp>
        <p:nvGrpSpPr>
          <p:cNvPr id="20" name="Grupo 19">
            <a:extLst>
              <a:ext uri="{FF2B5EF4-FFF2-40B4-BE49-F238E27FC236}">
                <a16:creationId xmlns:a16="http://schemas.microsoft.com/office/drawing/2014/main" id="{A124EE6E-2F72-CF19-E00D-793EFAB38BE9}"/>
              </a:ext>
            </a:extLst>
          </p:cNvPr>
          <p:cNvGrpSpPr/>
          <p:nvPr/>
        </p:nvGrpSpPr>
        <p:grpSpPr>
          <a:xfrm>
            <a:off x="3233715" y="5045370"/>
            <a:ext cx="2752353" cy="1081473"/>
            <a:chOff x="3978667" y="4092870"/>
            <a:chExt cx="2752353" cy="1081473"/>
          </a:xfrm>
        </p:grpSpPr>
        <p:pic>
          <p:nvPicPr>
            <p:cNvPr id="19" name="Imagen 18">
              <a:extLst>
                <a:ext uri="{FF2B5EF4-FFF2-40B4-BE49-F238E27FC236}">
                  <a16:creationId xmlns:a16="http://schemas.microsoft.com/office/drawing/2014/main" id="{C45878C8-3F66-B8D5-3A6C-607020F2977C}"/>
                </a:ext>
              </a:extLst>
            </p:cNvPr>
            <p:cNvPicPr>
              <a:picLocks noChangeAspect="1"/>
            </p:cNvPicPr>
            <p:nvPr/>
          </p:nvPicPr>
          <p:blipFill>
            <a:blip r:embed="rId3"/>
            <a:stretch>
              <a:fillRect/>
            </a:stretch>
          </p:blipFill>
          <p:spPr>
            <a:xfrm>
              <a:off x="3978667" y="4092870"/>
              <a:ext cx="2711876" cy="1081473"/>
            </a:xfrm>
            <a:prstGeom prst="rect">
              <a:avLst/>
            </a:prstGeom>
          </p:spPr>
        </p:pic>
        <p:sp>
          <p:nvSpPr>
            <p:cNvPr id="13" name="CuadroTexto 12">
              <a:extLst>
                <a:ext uri="{FF2B5EF4-FFF2-40B4-BE49-F238E27FC236}">
                  <a16:creationId xmlns:a16="http://schemas.microsoft.com/office/drawing/2014/main" id="{B15FBDFC-4C8A-1F7E-E3EE-B10A8932A168}"/>
                </a:ext>
              </a:extLst>
            </p:cNvPr>
            <p:cNvSpPr txBox="1"/>
            <p:nvPr/>
          </p:nvSpPr>
          <p:spPr>
            <a:xfrm>
              <a:off x="6087668" y="4698001"/>
              <a:ext cx="626701" cy="369332"/>
            </a:xfrm>
            <a:prstGeom prst="rect">
              <a:avLst/>
            </a:prstGeom>
            <a:noFill/>
          </p:spPr>
          <p:txBody>
            <a:bodyPr wrap="square" rtlCol="0">
              <a:spAutoFit/>
            </a:bodyPr>
            <a:lstStyle/>
            <a:p>
              <a:r>
                <a:rPr lang="es-CO" b="1" dirty="0">
                  <a:latin typeface="Eco Sans Bold"/>
                </a:rPr>
                <a:t> 1</a:t>
              </a:r>
              <a:endParaRPr lang="en-US" b="1" dirty="0">
                <a:latin typeface="Eco Sans Bold"/>
              </a:endParaRPr>
            </a:p>
          </p:txBody>
        </p:sp>
        <p:sp>
          <p:nvSpPr>
            <p:cNvPr id="14" name="CuadroTexto 13">
              <a:extLst>
                <a:ext uri="{FF2B5EF4-FFF2-40B4-BE49-F238E27FC236}">
                  <a16:creationId xmlns:a16="http://schemas.microsoft.com/office/drawing/2014/main" id="{A67DEE32-B527-0113-8759-FA3653B70E19}"/>
                </a:ext>
              </a:extLst>
            </p:cNvPr>
            <p:cNvSpPr txBox="1"/>
            <p:nvPr/>
          </p:nvSpPr>
          <p:spPr>
            <a:xfrm>
              <a:off x="6104319" y="4147905"/>
              <a:ext cx="626701" cy="369332"/>
            </a:xfrm>
            <a:prstGeom prst="rect">
              <a:avLst/>
            </a:prstGeom>
            <a:noFill/>
          </p:spPr>
          <p:txBody>
            <a:bodyPr wrap="square" rtlCol="0">
              <a:spAutoFit/>
            </a:bodyPr>
            <a:lstStyle/>
            <a:p>
              <a:r>
                <a:rPr lang="es-CO" b="1" dirty="0">
                  <a:latin typeface="Eco Sans Bold"/>
                </a:rPr>
                <a:t> 1</a:t>
              </a:r>
              <a:endParaRPr lang="en-US" b="1" dirty="0">
                <a:latin typeface="Eco Sans Bold"/>
              </a:endParaRPr>
            </a:p>
          </p:txBody>
        </p:sp>
      </p:grpSp>
      <p:pic>
        <p:nvPicPr>
          <p:cNvPr id="16" name="Imagen 15">
            <a:extLst>
              <a:ext uri="{FF2B5EF4-FFF2-40B4-BE49-F238E27FC236}">
                <a16:creationId xmlns:a16="http://schemas.microsoft.com/office/drawing/2014/main" id="{AFFBCA98-E688-782F-7CF4-0778EC8CDE04}"/>
              </a:ext>
            </a:extLst>
          </p:cNvPr>
          <p:cNvPicPr>
            <a:picLocks noChangeAspect="1"/>
          </p:cNvPicPr>
          <p:nvPr/>
        </p:nvPicPr>
        <p:blipFill>
          <a:blip r:embed="rId3"/>
          <a:stretch>
            <a:fillRect/>
          </a:stretch>
        </p:blipFill>
        <p:spPr>
          <a:xfrm>
            <a:off x="6349698" y="5106978"/>
            <a:ext cx="2711876" cy="1081473"/>
          </a:xfrm>
          <a:prstGeom prst="rect">
            <a:avLst/>
          </a:prstGeom>
        </p:spPr>
      </p:pic>
      <p:pic>
        <p:nvPicPr>
          <p:cNvPr id="18" name="Imagen 17">
            <a:extLst>
              <a:ext uri="{FF2B5EF4-FFF2-40B4-BE49-F238E27FC236}">
                <a16:creationId xmlns:a16="http://schemas.microsoft.com/office/drawing/2014/main" id="{8277F2BA-9594-F519-9339-2533464E4879}"/>
              </a:ext>
            </a:extLst>
          </p:cNvPr>
          <p:cNvPicPr>
            <a:picLocks noChangeAspect="1"/>
          </p:cNvPicPr>
          <p:nvPr/>
        </p:nvPicPr>
        <p:blipFill>
          <a:blip r:embed="rId3"/>
          <a:stretch>
            <a:fillRect/>
          </a:stretch>
        </p:blipFill>
        <p:spPr>
          <a:xfrm>
            <a:off x="9264055" y="5109764"/>
            <a:ext cx="2711876" cy="1081473"/>
          </a:xfrm>
          <a:prstGeom prst="rect">
            <a:avLst/>
          </a:prstGeom>
        </p:spPr>
      </p:pic>
      <p:pic>
        <p:nvPicPr>
          <p:cNvPr id="21" name="Imagen 20">
            <a:extLst>
              <a:ext uri="{FF2B5EF4-FFF2-40B4-BE49-F238E27FC236}">
                <a16:creationId xmlns:a16="http://schemas.microsoft.com/office/drawing/2014/main" id="{67A07478-74B6-3E56-1AB6-1B2B40C29B3F}"/>
              </a:ext>
            </a:extLst>
          </p:cNvPr>
          <p:cNvPicPr>
            <a:picLocks noChangeAspect="1"/>
          </p:cNvPicPr>
          <p:nvPr/>
        </p:nvPicPr>
        <p:blipFill>
          <a:blip r:embed="rId4"/>
          <a:stretch>
            <a:fillRect/>
          </a:stretch>
        </p:blipFill>
        <p:spPr>
          <a:xfrm>
            <a:off x="7481374" y="3594979"/>
            <a:ext cx="612662" cy="973486"/>
          </a:xfrm>
          <a:prstGeom prst="rect">
            <a:avLst/>
          </a:prstGeom>
        </p:spPr>
      </p:pic>
      <p:pic>
        <p:nvPicPr>
          <p:cNvPr id="22" name="Imagen 21">
            <a:extLst>
              <a:ext uri="{FF2B5EF4-FFF2-40B4-BE49-F238E27FC236}">
                <a16:creationId xmlns:a16="http://schemas.microsoft.com/office/drawing/2014/main" id="{EA5C2261-F128-827B-6B0F-9CC5A3DDEDF8}"/>
              </a:ext>
            </a:extLst>
          </p:cNvPr>
          <p:cNvPicPr>
            <a:picLocks noChangeAspect="1"/>
          </p:cNvPicPr>
          <p:nvPr/>
        </p:nvPicPr>
        <p:blipFill rotWithShape="1">
          <a:blip r:embed="rId5"/>
          <a:srcRect l="24867" t="13494" r="50194" b="14070"/>
          <a:stretch/>
        </p:blipFill>
        <p:spPr>
          <a:xfrm>
            <a:off x="4038973" y="3562856"/>
            <a:ext cx="1101359" cy="1066347"/>
          </a:xfrm>
          <a:prstGeom prst="rect">
            <a:avLst/>
          </a:prstGeom>
        </p:spPr>
      </p:pic>
      <p:pic>
        <p:nvPicPr>
          <p:cNvPr id="23" name="Imagen 22">
            <a:extLst>
              <a:ext uri="{FF2B5EF4-FFF2-40B4-BE49-F238E27FC236}">
                <a16:creationId xmlns:a16="http://schemas.microsoft.com/office/drawing/2014/main" id="{6A89EC5B-5FE2-623A-96BE-5C72936C3F71}"/>
              </a:ext>
            </a:extLst>
          </p:cNvPr>
          <p:cNvPicPr>
            <a:picLocks noChangeAspect="1"/>
          </p:cNvPicPr>
          <p:nvPr/>
        </p:nvPicPr>
        <p:blipFill rotWithShape="1">
          <a:blip r:embed="rId6"/>
          <a:srcRect r="71382"/>
          <a:stretch/>
        </p:blipFill>
        <p:spPr>
          <a:xfrm>
            <a:off x="10332179" y="3775110"/>
            <a:ext cx="723394" cy="1023427"/>
          </a:xfrm>
          <a:prstGeom prst="rect">
            <a:avLst/>
          </a:prstGeom>
        </p:spPr>
      </p:pic>
      <p:sp>
        <p:nvSpPr>
          <p:cNvPr id="25" name="Rectángulo 24">
            <a:extLst>
              <a:ext uri="{FF2B5EF4-FFF2-40B4-BE49-F238E27FC236}">
                <a16:creationId xmlns:a16="http://schemas.microsoft.com/office/drawing/2014/main" id="{2A19A91C-B33F-D1C9-D5B6-2932BAF0543F}"/>
              </a:ext>
            </a:extLst>
          </p:cNvPr>
          <p:cNvSpPr/>
          <p:nvPr/>
        </p:nvSpPr>
        <p:spPr>
          <a:xfrm>
            <a:off x="10332179" y="3775110"/>
            <a:ext cx="723394" cy="1023427"/>
          </a:xfrm>
          <a:prstGeom prst="rect">
            <a:avLst/>
          </a:prstGeom>
          <a:noFill/>
          <a:ln w="158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CuadroTexto 25">
            <a:extLst>
              <a:ext uri="{FF2B5EF4-FFF2-40B4-BE49-F238E27FC236}">
                <a16:creationId xmlns:a16="http://schemas.microsoft.com/office/drawing/2014/main" id="{7D323EF8-E097-218F-0D4B-76A8401CB491}"/>
              </a:ext>
            </a:extLst>
          </p:cNvPr>
          <p:cNvSpPr txBox="1"/>
          <p:nvPr/>
        </p:nvSpPr>
        <p:spPr>
          <a:xfrm>
            <a:off x="8483395" y="5175755"/>
            <a:ext cx="578179" cy="400110"/>
          </a:xfrm>
          <a:prstGeom prst="rect">
            <a:avLst/>
          </a:prstGeom>
          <a:noFill/>
        </p:spPr>
        <p:txBody>
          <a:bodyPr wrap="square" rtlCol="0">
            <a:spAutoFit/>
          </a:bodyPr>
          <a:lstStyle/>
          <a:p>
            <a:r>
              <a:rPr lang="es-CO" sz="2000" b="1" dirty="0">
                <a:latin typeface="Eco Sans Bold"/>
              </a:rPr>
              <a:t>2</a:t>
            </a:r>
            <a:endParaRPr lang="en-US" sz="2000" b="1" dirty="0">
              <a:latin typeface="Eco Sans Bold"/>
            </a:endParaRPr>
          </a:p>
        </p:txBody>
      </p:sp>
      <p:sp>
        <p:nvSpPr>
          <p:cNvPr id="27" name="CuadroTexto 26">
            <a:extLst>
              <a:ext uri="{FF2B5EF4-FFF2-40B4-BE49-F238E27FC236}">
                <a16:creationId xmlns:a16="http://schemas.microsoft.com/office/drawing/2014/main" id="{0EABDE4B-7EA9-1736-0426-7F4E3D67F3D8}"/>
              </a:ext>
            </a:extLst>
          </p:cNvPr>
          <p:cNvSpPr txBox="1"/>
          <p:nvPr/>
        </p:nvSpPr>
        <p:spPr>
          <a:xfrm>
            <a:off x="8483395" y="5682103"/>
            <a:ext cx="361697" cy="400110"/>
          </a:xfrm>
          <a:prstGeom prst="rect">
            <a:avLst/>
          </a:prstGeom>
          <a:noFill/>
        </p:spPr>
        <p:txBody>
          <a:bodyPr wrap="square" rtlCol="0">
            <a:spAutoFit/>
          </a:bodyPr>
          <a:lstStyle/>
          <a:p>
            <a:r>
              <a:rPr lang="es-CO" sz="2000" b="1" dirty="0">
                <a:latin typeface="Eco Sans Bold"/>
              </a:rPr>
              <a:t>0</a:t>
            </a:r>
            <a:endParaRPr lang="en-US" sz="2000" b="1" dirty="0">
              <a:latin typeface="Eco Sans Bold"/>
            </a:endParaRPr>
          </a:p>
        </p:txBody>
      </p:sp>
      <p:sp>
        <p:nvSpPr>
          <p:cNvPr id="28" name="CuadroTexto 27">
            <a:extLst>
              <a:ext uri="{FF2B5EF4-FFF2-40B4-BE49-F238E27FC236}">
                <a16:creationId xmlns:a16="http://schemas.microsoft.com/office/drawing/2014/main" id="{5FCDCE66-2667-E5A1-5096-C539C1EFD22A}"/>
              </a:ext>
            </a:extLst>
          </p:cNvPr>
          <p:cNvSpPr txBox="1"/>
          <p:nvPr/>
        </p:nvSpPr>
        <p:spPr>
          <a:xfrm>
            <a:off x="11431185" y="5682103"/>
            <a:ext cx="361697" cy="400110"/>
          </a:xfrm>
          <a:prstGeom prst="rect">
            <a:avLst/>
          </a:prstGeom>
          <a:noFill/>
        </p:spPr>
        <p:txBody>
          <a:bodyPr wrap="square" rtlCol="0">
            <a:spAutoFit/>
          </a:bodyPr>
          <a:lstStyle/>
          <a:p>
            <a:r>
              <a:rPr lang="es-CO" sz="2000" b="1" dirty="0">
                <a:latin typeface="Eco Sans Bold"/>
              </a:rPr>
              <a:t>0</a:t>
            </a:r>
            <a:endParaRPr lang="en-US" sz="2000" b="1" dirty="0">
              <a:latin typeface="Eco Sans Bold"/>
            </a:endParaRPr>
          </a:p>
        </p:txBody>
      </p:sp>
      <p:sp>
        <p:nvSpPr>
          <p:cNvPr id="29" name="CuadroTexto 28">
            <a:extLst>
              <a:ext uri="{FF2B5EF4-FFF2-40B4-BE49-F238E27FC236}">
                <a16:creationId xmlns:a16="http://schemas.microsoft.com/office/drawing/2014/main" id="{411F46F7-B7C5-5F62-A425-02424301FDD4}"/>
              </a:ext>
            </a:extLst>
          </p:cNvPr>
          <p:cNvSpPr txBox="1"/>
          <p:nvPr/>
        </p:nvSpPr>
        <p:spPr>
          <a:xfrm>
            <a:off x="11349230" y="5191144"/>
            <a:ext cx="626701" cy="369332"/>
          </a:xfrm>
          <a:prstGeom prst="rect">
            <a:avLst/>
          </a:prstGeom>
          <a:noFill/>
        </p:spPr>
        <p:txBody>
          <a:bodyPr wrap="square" rtlCol="0">
            <a:spAutoFit/>
          </a:bodyPr>
          <a:lstStyle/>
          <a:p>
            <a:r>
              <a:rPr lang="es-CO" b="1" dirty="0">
                <a:latin typeface="Eco Sans Bold"/>
              </a:rPr>
              <a:t> 1</a:t>
            </a:r>
            <a:endParaRPr lang="en-US" b="1" dirty="0">
              <a:latin typeface="Eco Sans Bold"/>
            </a:endParaRPr>
          </a:p>
        </p:txBody>
      </p:sp>
    </p:spTree>
    <p:extLst>
      <p:ext uri="{BB962C8B-B14F-4D97-AF65-F5344CB8AC3E}">
        <p14:creationId xmlns:p14="http://schemas.microsoft.com/office/powerpoint/2010/main" val="2859567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02301" y="-1189"/>
            <a:ext cx="1796796" cy="830997"/>
          </a:xfrm>
          <a:prstGeom prst="rect">
            <a:avLst/>
          </a:prstGeom>
          <a:noFill/>
        </p:spPr>
        <p:txBody>
          <a:bodyPr wrap="square">
            <a:spAutoFit/>
          </a:bodyPr>
          <a:lstStyle/>
          <a:p>
            <a:pPr algn="ctr"/>
            <a:r>
              <a:rPr sz="2400" b="1" dirty="0" err="1">
                <a:solidFill>
                  <a:srgbClr val="141414"/>
                </a:solidFill>
                <a:latin typeface="Arial"/>
              </a:rPr>
              <a:t>Capa</a:t>
            </a:r>
            <a:r>
              <a:rPr sz="2400" b="1" dirty="0">
                <a:solidFill>
                  <a:srgbClr val="141414"/>
                </a:solidFill>
                <a:latin typeface="Arial"/>
              </a:rPr>
              <a:t> de entrada</a:t>
            </a:r>
          </a:p>
        </p:txBody>
      </p:sp>
      <p:sp>
        <p:nvSpPr>
          <p:cNvPr id="3" name="TextBox 2"/>
          <p:cNvSpPr txBox="1"/>
          <p:nvPr/>
        </p:nvSpPr>
        <p:spPr>
          <a:xfrm>
            <a:off x="5014615" y="972740"/>
            <a:ext cx="1097280" cy="320040"/>
          </a:xfrm>
          <a:prstGeom prst="rect">
            <a:avLst/>
          </a:prstGeom>
          <a:noFill/>
        </p:spPr>
        <p:txBody>
          <a:bodyPr wrap="none">
            <a:spAutoFit/>
          </a:bodyPr>
          <a:lstStyle/>
          <a:p>
            <a:pPr algn="ctr"/>
            <a:r>
              <a:rPr sz="2200" b="1" dirty="0" err="1">
                <a:solidFill>
                  <a:srgbClr val="141414"/>
                </a:solidFill>
                <a:latin typeface="Arial"/>
              </a:rPr>
              <a:t>Oculta</a:t>
            </a:r>
            <a:endParaRPr sz="2200" b="1" dirty="0">
              <a:solidFill>
                <a:srgbClr val="141414"/>
              </a:solidFill>
              <a:latin typeface="Arial"/>
            </a:endParaRPr>
          </a:p>
        </p:txBody>
      </p:sp>
      <p:sp>
        <p:nvSpPr>
          <p:cNvPr id="4" name="TextBox 3"/>
          <p:cNvSpPr txBox="1"/>
          <p:nvPr/>
        </p:nvSpPr>
        <p:spPr>
          <a:xfrm>
            <a:off x="6796392" y="983734"/>
            <a:ext cx="1097280" cy="320040"/>
          </a:xfrm>
          <a:prstGeom prst="rect">
            <a:avLst/>
          </a:prstGeom>
          <a:noFill/>
        </p:spPr>
        <p:txBody>
          <a:bodyPr wrap="none">
            <a:spAutoFit/>
          </a:bodyPr>
          <a:lstStyle/>
          <a:p>
            <a:pPr algn="ctr"/>
            <a:r>
              <a:rPr sz="2200" b="1" dirty="0" err="1">
                <a:solidFill>
                  <a:srgbClr val="141414"/>
                </a:solidFill>
                <a:latin typeface="Arial"/>
              </a:rPr>
              <a:t>Oculta</a:t>
            </a:r>
            <a:endParaRPr sz="2200" b="1" dirty="0">
              <a:solidFill>
                <a:srgbClr val="141414"/>
              </a:solidFill>
              <a:latin typeface="Arial"/>
            </a:endParaRPr>
          </a:p>
        </p:txBody>
      </p:sp>
      <p:sp>
        <p:nvSpPr>
          <p:cNvPr id="5" name="TextBox 4"/>
          <p:cNvSpPr txBox="1"/>
          <p:nvPr/>
        </p:nvSpPr>
        <p:spPr>
          <a:xfrm>
            <a:off x="10191811" y="76529"/>
            <a:ext cx="1463041" cy="830997"/>
          </a:xfrm>
          <a:prstGeom prst="rect">
            <a:avLst/>
          </a:prstGeom>
          <a:noFill/>
        </p:spPr>
        <p:txBody>
          <a:bodyPr wrap="square">
            <a:spAutoFit/>
          </a:bodyPr>
          <a:lstStyle/>
          <a:p>
            <a:pPr algn="ctr"/>
            <a:r>
              <a:rPr sz="2400" b="1" dirty="0" err="1">
                <a:solidFill>
                  <a:srgbClr val="141414"/>
                </a:solidFill>
                <a:latin typeface="Arial"/>
              </a:rPr>
              <a:t>Capa</a:t>
            </a:r>
            <a:r>
              <a:rPr sz="2400" b="1" dirty="0">
                <a:solidFill>
                  <a:srgbClr val="141414"/>
                </a:solidFill>
                <a:latin typeface="Arial"/>
              </a:rPr>
              <a:t> de </a:t>
            </a:r>
            <a:r>
              <a:rPr sz="2400" b="1" dirty="0" err="1">
                <a:solidFill>
                  <a:srgbClr val="141414"/>
                </a:solidFill>
                <a:latin typeface="Arial"/>
              </a:rPr>
              <a:t>salida</a:t>
            </a:r>
            <a:endParaRPr sz="2400" b="1" dirty="0">
              <a:solidFill>
                <a:srgbClr val="141414"/>
              </a:solidFill>
              <a:latin typeface="Arial"/>
            </a:endParaRPr>
          </a:p>
        </p:txBody>
      </p:sp>
      <p:sp>
        <p:nvSpPr>
          <p:cNvPr id="6" name="Oval 5"/>
          <p:cNvSpPr/>
          <p:nvPr/>
        </p:nvSpPr>
        <p:spPr>
          <a:xfrm>
            <a:off x="3400699" y="87956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400699" y="101976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400699" y="122093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400699" y="142210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400699" y="162327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400699" y="182444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400699" y="202560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400699" y="222677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400699" y="242794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400699" y="262911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400699" y="283028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400699" y="303144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400699" y="323261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400699" y="343378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400699" y="363495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400699" y="383612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400699" y="403728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400699" y="423845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400699" y="443962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400699" y="464079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400699" y="484196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00699" y="504312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400699" y="524429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400699" y="544546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400699" y="564663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400699" y="584780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400699" y="604896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400699" y="625013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412379" y="145868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412379" y="175128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412379" y="204389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412379" y="233650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12379" y="262911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412379" y="292172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412379" y="321432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412379" y="350693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412379" y="379954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412379" y="409215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12379" y="438476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5412379" y="467736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5412379" y="496997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412379" y="526258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241179" y="145868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241179" y="175128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241179" y="204389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241179" y="233650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241179" y="262911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7241179" y="292172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7241179" y="321432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241179" y="350693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241179" y="379954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41179" y="409215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7241179" y="438476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241179" y="467736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241179" y="496997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241179" y="526258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533019" y="955761"/>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10533019" y="1440393"/>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0533019" y="1925025"/>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0533019" y="2409657"/>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10533019" y="2894289"/>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10533019" y="3378921"/>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0533019" y="3863553"/>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10533019" y="4348184"/>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10533019" y="4832817"/>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0533019" y="5317449"/>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2" name="Connector 71"/>
          <p:cNvCxnSpPr/>
          <p:nvPr/>
        </p:nvCxnSpPr>
        <p:spPr>
          <a:xfrm>
            <a:off x="3519571" y="878037"/>
            <a:ext cx="1892808" cy="64008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519571" y="878037"/>
            <a:ext cx="1892808" cy="151790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519571" y="878037"/>
            <a:ext cx="1892808" cy="239572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519571" y="878037"/>
            <a:ext cx="1892808" cy="327355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3519571" y="878037"/>
            <a:ext cx="1892808" cy="415137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519571" y="1518117"/>
            <a:ext cx="1892808" cy="164591"/>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519571" y="1682708"/>
            <a:ext cx="1892808" cy="713233"/>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3519571" y="1682708"/>
            <a:ext cx="1892808" cy="1591057"/>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3519571" y="1682708"/>
            <a:ext cx="1892808" cy="2468881"/>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3519571" y="1682708"/>
            <a:ext cx="1892808" cy="3346705"/>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519571" y="1518117"/>
            <a:ext cx="1892808" cy="969263"/>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519571" y="2395941"/>
            <a:ext cx="1892808" cy="91439"/>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3519571" y="2487380"/>
            <a:ext cx="1892808" cy="786385"/>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3519571" y="2487380"/>
            <a:ext cx="1892808" cy="1664209"/>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3519571" y="2487380"/>
            <a:ext cx="1892808" cy="2542033"/>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519571" y="1518117"/>
            <a:ext cx="1892808" cy="177393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519571" y="2395941"/>
            <a:ext cx="1892808" cy="89611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519571" y="3273765"/>
            <a:ext cx="1892808" cy="1828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519571" y="3292053"/>
            <a:ext cx="1892808" cy="85953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3519571" y="3292053"/>
            <a:ext cx="1892808" cy="173736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519571" y="1518117"/>
            <a:ext cx="1892808" cy="257860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519571" y="2395941"/>
            <a:ext cx="1892808" cy="170078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519571" y="3273765"/>
            <a:ext cx="1892808" cy="82296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3519571" y="4096725"/>
            <a:ext cx="1892808" cy="5486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3519571" y="4096725"/>
            <a:ext cx="1892808" cy="93268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519571" y="1518117"/>
            <a:ext cx="1892808" cy="338328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519571" y="2395941"/>
            <a:ext cx="1892808" cy="250545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519571" y="3273765"/>
            <a:ext cx="1892808" cy="162763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519571" y="4151589"/>
            <a:ext cx="1892808" cy="74980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3519571" y="4901397"/>
            <a:ext cx="1892808" cy="12801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519571" y="1518117"/>
            <a:ext cx="1892808" cy="418795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519571" y="2395941"/>
            <a:ext cx="1892808" cy="331012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519571" y="3273765"/>
            <a:ext cx="1892808" cy="243230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519571" y="4151589"/>
            <a:ext cx="1892808" cy="155448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519571" y="5029413"/>
            <a:ext cx="1892808" cy="67665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5531251" y="1518117"/>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5531251" y="1518117"/>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5531251" y="1518117"/>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5531251" y="1518117"/>
            <a:ext cx="1709928" cy="26334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5531251" y="1518117"/>
            <a:ext cx="1709928" cy="351129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5531251" y="1518117"/>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5531251" y="2395941"/>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5531251" y="2395941"/>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5531251" y="2395941"/>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5531251" y="2395941"/>
            <a:ext cx="1709928" cy="26334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531251" y="1518117"/>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5531251" y="2395941"/>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5531251" y="3273765"/>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5531251" y="3273765"/>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5531251" y="3273765"/>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5531251" y="1518117"/>
            <a:ext cx="1709928" cy="26334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5531251" y="2395941"/>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5531251" y="3273765"/>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531251" y="4151589"/>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531251" y="4151589"/>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5531251" y="1518117"/>
            <a:ext cx="1709928" cy="351129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5531251" y="2395941"/>
            <a:ext cx="1709928" cy="26334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5531251" y="3273765"/>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5531251" y="4151589"/>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5531251" y="5029413"/>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360051" y="1102064"/>
            <a:ext cx="3172968" cy="416053"/>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7360051" y="1518117"/>
            <a:ext cx="3172968" cy="55321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7360051" y="1518117"/>
            <a:ext cx="3172968" cy="152247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7360051" y="1518117"/>
            <a:ext cx="3172968" cy="249174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7360051" y="1518117"/>
            <a:ext cx="3172968" cy="346100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7360051" y="1102064"/>
            <a:ext cx="3172968" cy="1293877"/>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7360051" y="2071329"/>
            <a:ext cx="3172968" cy="32461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7360051" y="2395941"/>
            <a:ext cx="3172968" cy="64465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7360051" y="2395941"/>
            <a:ext cx="3172968" cy="161391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7360051" y="2395941"/>
            <a:ext cx="3172968" cy="258318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7360051" y="1102064"/>
            <a:ext cx="3172968" cy="2171701"/>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7360051" y="2071329"/>
            <a:ext cx="3172968" cy="120243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7360051" y="3040593"/>
            <a:ext cx="3172968" cy="2331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7360051" y="3273765"/>
            <a:ext cx="3172968" cy="73609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7360051" y="3273765"/>
            <a:ext cx="3172968" cy="170535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7360051" y="1102064"/>
            <a:ext cx="3172968" cy="3049525"/>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7360051" y="2071329"/>
            <a:ext cx="3172968" cy="208026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7360051" y="3040593"/>
            <a:ext cx="3172968" cy="111099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7360051" y="4009857"/>
            <a:ext cx="3172968" cy="14173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360051" y="4151589"/>
            <a:ext cx="3172968" cy="82753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7360051" y="1102064"/>
            <a:ext cx="3172968" cy="3927349"/>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7360051" y="2071329"/>
            <a:ext cx="3172968" cy="295808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7360051" y="3040593"/>
            <a:ext cx="3172968" cy="198882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7360051" y="4009857"/>
            <a:ext cx="3172968" cy="101955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7360051" y="4979121"/>
            <a:ext cx="3172968" cy="5029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3002935" y="6407112"/>
            <a:ext cx="914400" cy="411480"/>
          </a:xfrm>
          <a:prstGeom prst="rect">
            <a:avLst/>
          </a:prstGeom>
          <a:noFill/>
        </p:spPr>
        <p:txBody>
          <a:bodyPr wrap="none">
            <a:spAutoFit/>
          </a:bodyPr>
          <a:lstStyle/>
          <a:p>
            <a:pPr algn="ctr"/>
            <a:r>
              <a:rPr sz="2800" b="1" dirty="0">
                <a:solidFill>
                  <a:srgbClr val="141414"/>
                </a:solidFill>
                <a:latin typeface="Arial"/>
              </a:rPr>
              <a:t>784</a:t>
            </a:r>
          </a:p>
        </p:txBody>
      </p:sp>
      <p:sp>
        <p:nvSpPr>
          <p:cNvPr id="158" name="TextBox 157"/>
          <p:cNvSpPr txBox="1"/>
          <p:nvPr/>
        </p:nvSpPr>
        <p:spPr>
          <a:xfrm>
            <a:off x="10944499" y="864321"/>
            <a:ext cx="411480" cy="320040"/>
          </a:xfrm>
          <a:prstGeom prst="rect">
            <a:avLst/>
          </a:prstGeom>
          <a:noFill/>
        </p:spPr>
        <p:txBody>
          <a:bodyPr wrap="none">
            <a:spAutoFit/>
          </a:bodyPr>
          <a:lstStyle/>
          <a:p>
            <a:pPr algn="ctr"/>
            <a:r>
              <a:rPr sz="2200" b="1">
                <a:solidFill>
                  <a:srgbClr val="141414"/>
                </a:solidFill>
                <a:latin typeface="Arial"/>
              </a:rPr>
              <a:t>0</a:t>
            </a:r>
          </a:p>
        </p:txBody>
      </p:sp>
      <p:sp>
        <p:nvSpPr>
          <p:cNvPr id="159" name="TextBox 158"/>
          <p:cNvSpPr txBox="1"/>
          <p:nvPr/>
        </p:nvSpPr>
        <p:spPr>
          <a:xfrm>
            <a:off x="10944499" y="1348953"/>
            <a:ext cx="411480" cy="320040"/>
          </a:xfrm>
          <a:prstGeom prst="rect">
            <a:avLst/>
          </a:prstGeom>
          <a:noFill/>
        </p:spPr>
        <p:txBody>
          <a:bodyPr wrap="none">
            <a:spAutoFit/>
          </a:bodyPr>
          <a:lstStyle/>
          <a:p>
            <a:pPr algn="ctr"/>
            <a:r>
              <a:rPr sz="2200" b="1">
                <a:solidFill>
                  <a:srgbClr val="141414"/>
                </a:solidFill>
                <a:latin typeface="Arial"/>
              </a:rPr>
              <a:t>1</a:t>
            </a:r>
          </a:p>
        </p:txBody>
      </p:sp>
      <p:sp>
        <p:nvSpPr>
          <p:cNvPr id="160" name="TextBox 159"/>
          <p:cNvSpPr txBox="1"/>
          <p:nvPr/>
        </p:nvSpPr>
        <p:spPr>
          <a:xfrm>
            <a:off x="10944499" y="1833585"/>
            <a:ext cx="411480" cy="320040"/>
          </a:xfrm>
          <a:prstGeom prst="rect">
            <a:avLst/>
          </a:prstGeom>
          <a:noFill/>
        </p:spPr>
        <p:txBody>
          <a:bodyPr wrap="none">
            <a:spAutoFit/>
          </a:bodyPr>
          <a:lstStyle/>
          <a:p>
            <a:pPr algn="ctr"/>
            <a:r>
              <a:rPr sz="2200" b="1">
                <a:solidFill>
                  <a:srgbClr val="141414"/>
                </a:solidFill>
                <a:latin typeface="Arial"/>
              </a:rPr>
              <a:t>2</a:t>
            </a:r>
          </a:p>
        </p:txBody>
      </p:sp>
      <p:sp>
        <p:nvSpPr>
          <p:cNvPr id="161" name="TextBox 160"/>
          <p:cNvSpPr txBox="1"/>
          <p:nvPr/>
        </p:nvSpPr>
        <p:spPr>
          <a:xfrm>
            <a:off x="10944499" y="2318217"/>
            <a:ext cx="411480" cy="320040"/>
          </a:xfrm>
          <a:prstGeom prst="rect">
            <a:avLst/>
          </a:prstGeom>
          <a:noFill/>
        </p:spPr>
        <p:txBody>
          <a:bodyPr wrap="none">
            <a:spAutoFit/>
          </a:bodyPr>
          <a:lstStyle/>
          <a:p>
            <a:pPr algn="ctr"/>
            <a:r>
              <a:rPr sz="2200" b="1">
                <a:solidFill>
                  <a:srgbClr val="141414"/>
                </a:solidFill>
                <a:latin typeface="Arial"/>
              </a:rPr>
              <a:t>3</a:t>
            </a:r>
          </a:p>
        </p:txBody>
      </p:sp>
      <p:sp>
        <p:nvSpPr>
          <p:cNvPr id="162" name="TextBox 161"/>
          <p:cNvSpPr txBox="1"/>
          <p:nvPr/>
        </p:nvSpPr>
        <p:spPr>
          <a:xfrm>
            <a:off x="10944499" y="2802849"/>
            <a:ext cx="411480" cy="320040"/>
          </a:xfrm>
          <a:prstGeom prst="rect">
            <a:avLst/>
          </a:prstGeom>
          <a:noFill/>
        </p:spPr>
        <p:txBody>
          <a:bodyPr wrap="none">
            <a:spAutoFit/>
          </a:bodyPr>
          <a:lstStyle/>
          <a:p>
            <a:pPr algn="ctr"/>
            <a:r>
              <a:rPr sz="2200" b="1">
                <a:solidFill>
                  <a:srgbClr val="141414"/>
                </a:solidFill>
                <a:latin typeface="Arial"/>
              </a:rPr>
              <a:t>4</a:t>
            </a:r>
          </a:p>
        </p:txBody>
      </p:sp>
      <p:sp>
        <p:nvSpPr>
          <p:cNvPr id="163" name="TextBox 162"/>
          <p:cNvSpPr txBox="1"/>
          <p:nvPr/>
        </p:nvSpPr>
        <p:spPr>
          <a:xfrm>
            <a:off x="10944499" y="3287481"/>
            <a:ext cx="411480" cy="320040"/>
          </a:xfrm>
          <a:prstGeom prst="rect">
            <a:avLst/>
          </a:prstGeom>
          <a:noFill/>
        </p:spPr>
        <p:txBody>
          <a:bodyPr wrap="none">
            <a:spAutoFit/>
          </a:bodyPr>
          <a:lstStyle/>
          <a:p>
            <a:pPr algn="ctr"/>
            <a:r>
              <a:rPr sz="2200" b="1">
                <a:solidFill>
                  <a:srgbClr val="141414"/>
                </a:solidFill>
                <a:latin typeface="Arial"/>
              </a:rPr>
              <a:t>5</a:t>
            </a:r>
          </a:p>
        </p:txBody>
      </p:sp>
      <p:sp>
        <p:nvSpPr>
          <p:cNvPr id="164" name="TextBox 163"/>
          <p:cNvSpPr txBox="1"/>
          <p:nvPr/>
        </p:nvSpPr>
        <p:spPr>
          <a:xfrm>
            <a:off x="10944499" y="3772113"/>
            <a:ext cx="411480" cy="320040"/>
          </a:xfrm>
          <a:prstGeom prst="rect">
            <a:avLst/>
          </a:prstGeom>
          <a:noFill/>
        </p:spPr>
        <p:txBody>
          <a:bodyPr wrap="none">
            <a:spAutoFit/>
          </a:bodyPr>
          <a:lstStyle/>
          <a:p>
            <a:pPr algn="ctr"/>
            <a:r>
              <a:rPr sz="2200" b="1">
                <a:solidFill>
                  <a:srgbClr val="141414"/>
                </a:solidFill>
                <a:latin typeface="Arial"/>
              </a:rPr>
              <a:t>6</a:t>
            </a:r>
          </a:p>
        </p:txBody>
      </p:sp>
      <p:sp>
        <p:nvSpPr>
          <p:cNvPr id="165" name="TextBox 164"/>
          <p:cNvSpPr txBox="1"/>
          <p:nvPr/>
        </p:nvSpPr>
        <p:spPr>
          <a:xfrm>
            <a:off x="10944499" y="4256745"/>
            <a:ext cx="411480" cy="320040"/>
          </a:xfrm>
          <a:prstGeom prst="rect">
            <a:avLst/>
          </a:prstGeom>
          <a:noFill/>
        </p:spPr>
        <p:txBody>
          <a:bodyPr wrap="none">
            <a:spAutoFit/>
          </a:bodyPr>
          <a:lstStyle/>
          <a:p>
            <a:pPr algn="ctr"/>
            <a:r>
              <a:rPr sz="2200" b="1">
                <a:solidFill>
                  <a:srgbClr val="141414"/>
                </a:solidFill>
                <a:latin typeface="Arial"/>
              </a:rPr>
              <a:t>7</a:t>
            </a:r>
          </a:p>
        </p:txBody>
      </p:sp>
      <p:sp>
        <p:nvSpPr>
          <p:cNvPr id="166" name="TextBox 165"/>
          <p:cNvSpPr txBox="1"/>
          <p:nvPr/>
        </p:nvSpPr>
        <p:spPr>
          <a:xfrm>
            <a:off x="10944499" y="4741377"/>
            <a:ext cx="411480" cy="320040"/>
          </a:xfrm>
          <a:prstGeom prst="rect">
            <a:avLst/>
          </a:prstGeom>
          <a:noFill/>
        </p:spPr>
        <p:txBody>
          <a:bodyPr wrap="none">
            <a:spAutoFit/>
          </a:bodyPr>
          <a:lstStyle/>
          <a:p>
            <a:pPr algn="ctr"/>
            <a:r>
              <a:rPr sz="2200" b="1">
                <a:solidFill>
                  <a:srgbClr val="141414"/>
                </a:solidFill>
                <a:latin typeface="Arial"/>
              </a:rPr>
              <a:t>8</a:t>
            </a:r>
          </a:p>
        </p:txBody>
      </p:sp>
      <p:sp>
        <p:nvSpPr>
          <p:cNvPr id="167" name="TextBox 166"/>
          <p:cNvSpPr txBox="1"/>
          <p:nvPr/>
        </p:nvSpPr>
        <p:spPr>
          <a:xfrm>
            <a:off x="10944499" y="5226009"/>
            <a:ext cx="411480" cy="320040"/>
          </a:xfrm>
          <a:prstGeom prst="rect">
            <a:avLst/>
          </a:prstGeom>
          <a:noFill/>
        </p:spPr>
        <p:txBody>
          <a:bodyPr wrap="none">
            <a:spAutoFit/>
          </a:bodyPr>
          <a:lstStyle/>
          <a:p>
            <a:pPr algn="ctr"/>
            <a:r>
              <a:rPr sz="2200" b="1">
                <a:solidFill>
                  <a:srgbClr val="141414"/>
                </a:solidFill>
                <a:latin typeface="Arial"/>
              </a:rPr>
              <a:t>9</a:t>
            </a:r>
          </a:p>
        </p:txBody>
      </p:sp>
      <p:sp>
        <p:nvSpPr>
          <p:cNvPr id="168" name="TextBox 167"/>
          <p:cNvSpPr txBox="1"/>
          <p:nvPr/>
        </p:nvSpPr>
        <p:spPr>
          <a:xfrm>
            <a:off x="1516600" y="3199113"/>
            <a:ext cx="1219200" cy="830997"/>
          </a:xfrm>
          <a:prstGeom prst="rect">
            <a:avLst/>
          </a:prstGeom>
          <a:noFill/>
        </p:spPr>
        <p:txBody>
          <a:bodyPr wrap="square">
            <a:spAutoFit/>
          </a:bodyPr>
          <a:lstStyle/>
          <a:p>
            <a:pPr algn="ctr"/>
            <a:r>
              <a:rPr sz="1600" b="0" dirty="0">
                <a:solidFill>
                  <a:srgbClr val="141414"/>
                </a:solidFill>
                <a:latin typeface="Arial"/>
              </a:rPr>
              <a:t>Entrada: </a:t>
            </a:r>
            <a:endParaRPr lang="es-CO" sz="1600" b="0" dirty="0">
              <a:solidFill>
                <a:srgbClr val="141414"/>
              </a:solidFill>
              <a:latin typeface="Arial"/>
            </a:endParaRPr>
          </a:p>
          <a:p>
            <a:pPr algn="ctr"/>
            <a:r>
              <a:rPr sz="1600" b="0" dirty="0">
                <a:solidFill>
                  <a:srgbClr val="141414"/>
                </a:solidFill>
                <a:latin typeface="Arial"/>
              </a:rPr>
              <a:t>28 × 28 </a:t>
            </a:r>
            <a:r>
              <a:rPr sz="1600" b="0" dirty="0" err="1">
                <a:solidFill>
                  <a:srgbClr val="141414"/>
                </a:solidFill>
                <a:latin typeface="Arial"/>
              </a:rPr>
              <a:t>píxeles</a:t>
            </a:r>
            <a:endParaRPr sz="1600" b="0" dirty="0">
              <a:solidFill>
                <a:srgbClr val="141414"/>
              </a:solidFill>
              <a:latin typeface="Arial"/>
            </a:endParaRPr>
          </a:p>
        </p:txBody>
      </p:sp>
      <p:pic>
        <p:nvPicPr>
          <p:cNvPr id="170" name="Imagen 169">
            <a:extLst>
              <a:ext uri="{FF2B5EF4-FFF2-40B4-BE49-F238E27FC236}">
                <a16:creationId xmlns:a16="http://schemas.microsoft.com/office/drawing/2014/main" id="{5CBB1A2D-66E4-F2D5-0936-6C274B4365F1}"/>
              </a:ext>
            </a:extLst>
          </p:cNvPr>
          <p:cNvPicPr>
            <a:picLocks noChangeAspect="1"/>
          </p:cNvPicPr>
          <p:nvPr/>
        </p:nvPicPr>
        <p:blipFill rotWithShape="1">
          <a:blip r:embed="rId2"/>
          <a:srcRect l="35367" r="27518"/>
          <a:stretch/>
        </p:blipFill>
        <p:spPr>
          <a:xfrm>
            <a:off x="774510" y="829810"/>
            <a:ext cx="695676" cy="5610286"/>
          </a:xfrm>
          <a:prstGeom prst="rect">
            <a:avLst/>
          </a:prstGeom>
        </p:spPr>
      </p:pic>
      <p:sp>
        <p:nvSpPr>
          <p:cNvPr id="172" name="Oval 3"/>
          <p:cNvSpPr/>
          <p:nvPr/>
        </p:nvSpPr>
        <p:spPr>
          <a:xfrm>
            <a:off x="3406626" y="80988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4"/>
          <p:cNvSpPr/>
          <p:nvPr/>
        </p:nvSpPr>
        <p:spPr>
          <a:xfrm>
            <a:off x="3406626" y="101105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5"/>
          <p:cNvSpPr/>
          <p:nvPr/>
        </p:nvSpPr>
        <p:spPr>
          <a:xfrm>
            <a:off x="3406626" y="121221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6"/>
          <p:cNvSpPr/>
          <p:nvPr/>
        </p:nvSpPr>
        <p:spPr>
          <a:xfrm>
            <a:off x="3406626" y="141338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7"/>
          <p:cNvSpPr/>
          <p:nvPr/>
        </p:nvSpPr>
        <p:spPr>
          <a:xfrm>
            <a:off x="3406626" y="161455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8"/>
          <p:cNvSpPr/>
          <p:nvPr/>
        </p:nvSpPr>
        <p:spPr>
          <a:xfrm>
            <a:off x="3406626" y="181572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9"/>
          <p:cNvSpPr/>
          <p:nvPr/>
        </p:nvSpPr>
        <p:spPr>
          <a:xfrm>
            <a:off x="3406626" y="201689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0"/>
          <p:cNvSpPr/>
          <p:nvPr/>
        </p:nvSpPr>
        <p:spPr>
          <a:xfrm>
            <a:off x="3406626" y="221805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1"/>
          <p:cNvSpPr/>
          <p:nvPr/>
        </p:nvSpPr>
        <p:spPr>
          <a:xfrm>
            <a:off x="3406626" y="241922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2"/>
          <p:cNvSpPr/>
          <p:nvPr/>
        </p:nvSpPr>
        <p:spPr>
          <a:xfrm>
            <a:off x="3406626" y="262039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3"/>
          <p:cNvSpPr/>
          <p:nvPr/>
        </p:nvSpPr>
        <p:spPr>
          <a:xfrm>
            <a:off x="3406626" y="282156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4"/>
          <p:cNvSpPr/>
          <p:nvPr/>
        </p:nvSpPr>
        <p:spPr>
          <a:xfrm>
            <a:off x="3406626" y="302273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5"/>
          <p:cNvSpPr/>
          <p:nvPr/>
        </p:nvSpPr>
        <p:spPr>
          <a:xfrm>
            <a:off x="3406626" y="322389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6"/>
          <p:cNvSpPr/>
          <p:nvPr/>
        </p:nvSpPr>
        <p:spPr>
          <a:xfrm>
            <a:off x="3406626" y="342506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7"/>
          <p:cNvSpPr/>
          <p:nvPr/>
        </p:nvSpPr>
        <p:spPr>
          <a:xfrm>
            <a:off x="3406626" y="362623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
          <p:cNvSpPr/>
          <p:nvPr/>
        </p:nvSpPr>
        <p:spPr>
          <a:xfrm>
            <a:off x="3406626" y="382740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9"/>
          <p:cNvSpPr/>
          <p:nvPr/>
        </p:nvSpPr>
        <p:spPr>
          <a:xfrm>
            <a:off x="3406626" y="402856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20"/>
          <p:cNvSpPr/>
          <p:nvPr/>
        </p:nvSpPr>
        <p:spPr>
          <a:xfrm>
            <a:off x="3406626" y="422973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21"/>
          <p:cNvSpPr/>
          <p:nvPr/>
        </p:nvSpPr>
        <p:spPr>
          <a:xfrm>
            <a:off x="3406626" y="443090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22"/>
          <p:cNvSpPr/>
          <p:nvPr/>
        </p:nvSpPr>
        <p:spPr>
          <a:xfrm>
            <a:off x="3406626" y="463207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23"/>
          <p:cNvSpPr/>
          <p:nvPr/>
        </p:nvSpPr>
        <p:spPr>
          <a:xfrm>
            <a:off x="3406626" y="483324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24"/>
          <p:cNvSpPr/>
          <p:nvPr/>
        </p:nvSpPr>
        <p:spPr>
          <a:xfrm>
            <a:off x="3406626" y="503441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25"/>
          <p:cNvSpPr/>
          <p:nvPr/>
        </p:nvSpPr>
        <p:spPr>
          <a:xfrm>
            <a:off x="3406626" y="523557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26"/>
          <p:cNvSpPr/>
          <p:nvPr/>
        </p:nvSpPr>
        <p:spPr>
          <a:xfrm>
            <a:off x="3406626" y="543674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27"/>
          <p:cNvSpPr/>
          <p:nvPr/>
        </p:nvSpPr>
        <p:spPr>
          <a:xfrm>
            <a:off x="3406626" y="563791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28"/>
          <p:cNvSpPr/>
          <p:nvPr/>
        </p:nvSpPr>
        <p:spPr>
          <a:xfrm>
            <a:off x="3406626" y="583908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29"/>
          <p:cNvSpPr/>
          <p:nvPr/>
        </p:nvSpPr>
        <p:spPr>
          <a:xfrm>
            <a:off x="3406626" y="604025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30"/>
          <p:cNvSpPr/>
          <p:nvPr/>
        </p:nvSpPr>
        <p:spPr>
          <a:xfrm>
            <a:off x="3406626" y="624141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ectangle 31"/>
          <p:cNvSpPr/>
          <p:nvPr/>
        </p:nvSpPr>
        <p:spPr>
          <a:xfrm>
            <a:off x="1453026" y="2135762"/>
            <a:ext cx="1194647" cy="1063351"/>
          </a:xfrm>
          <a:prstGeom prst="rect">
            <a:avLst/>
          </a:prstGeom>
          <a:solidFill>
            <a:srgbClr val="F5F5F5"/>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3" name="Connector 37"/>
          <p:cNvCxnSpPr/>
          <p:nvPr/>
        </p:nvCxnSpPr>
        <p:spPr>
          <a:xfrm flipV="1">
            <a:off x="2766546" y="869318"/>
            <a:ext cx="640080" cy="184251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4" name="Connector 38"/>
          <p:cNvCxnSpPr/>
          <p:nvPr/>
        </p:nvCxnSpPr>
        <p:spPr>
          <a:xfrm flipV="1">
            <a:off x="2766546" y="1070486"/>
            <a:ext cx="640080" cy="16413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5" name="Connector 39"/>
          <p:cNvCxnSpPr/>
          <p:nvPr/>
        </p:nvCxnSpPr>
        <p:spPr>
          <a:xfrm flipV="1">
            <a:off x="2766546" y="1271654"/>
            <a:ext cx="640080" cy="144018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6" name="Connector 40"/>
          <p:cNvCxnSpPr/>
          <p:nvPr/>
        </p:nvCxnSpPr>
        <p:spPr>
          <a:xfrm flipV="1">
            <a:off x="2766546" y="1472822"/>
            <a:ext cx="640080" cy="123901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7" name="Connector 41"/>
          <p:cNvCxnSpPr/>
          <p:nvPr/>
        </p:nvCxnSpPr>
        <p:spPr>
          <a:xfrm flipV="1">
            <a:off x="2766546" y="1673989"/>
            <a:ext cx="640080" cy="1037845"/>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8" name="Connector 42"/>
          <p:cNvCxnSpPr/>
          <p:nvPr/>
        </p:nvCxnSpPr>
        <p:spPr>
          <a:xfrm flipV="1">
            <a:off x="2766546" y="1875158"/>
            <a:ext cx="640080" cy="83667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9" name="Connector 43"/>
          <p:cNvCxnSpPr/>
          <p:nvPr/>
        </p:nvCxnSpPr>
        <p:spPr>
          <a:xfrm flipV="1">
            <a:off x="2766546" y="2076326"/>
            <a:ext cx="640080" cy="63550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0" name="Connector 44"/>
          <p:cNvCxnSpPr/>
          <p:nvPr/>
        </p:nvCxnSpPr>
        <p:spPr>
          <a:xfrm flipV="1">
            <a:off x="2766546" y="2277494"/>
            <a:ext cx="640080" cy="43434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1" name="Connector 45"/>
          <p:cNvCxnSpPr/>
          <p:nvPr/>
        </p:nvCxnSpPr>
        <p:spPr>
          <a:xfrm flipV="1">
            <a:off x="2766546" y="2478661"/>
            <a:ext cx="640080" cy="233173"/>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2" name="Connector 46"/>
          <p:cNvCxnSpPr/>
          <p:nvPr/>
        </p:nvCxnSpPr>
        <p:spPr>
          <a:xfrm flipV="1">
            <a:off x="2766546" y="2679830"/>
            <a:ext cx="640080" cy="3200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3" name="Connector 47"/>
          <p:cNvCxnSpPr/>
          <p:nvPr/>
        </p:nvCxnSpPr>
        <p:spPr>
          <a:xfrm>
            <a:off x="2766546" y="2711834"/>
            <a:ext cx="640080" cy="16916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4" name="Connector 48"/>
          <p:cNvCxnSpPr/>
          <p:nvPr/>
        </p:nvCxnSpPr>
        <p:spPr>
          <a:xfrm>
            <a:off x="2766546" y="2711834"/>
            <a:ext cx="640080" cy="37033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5" name="Connector 49"/>
          <p:cNvCxnSpPr/>
          <p:nvPr/>
        </p:nvCxnSpPr>
        <p:spPr>
          <a:xfrm>
            <a:off x="2766546" y="2711834"/>
            <a:ext cx="640080" cy="57150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6" name="Connector 50"/>
          <p:cNvCxnSpPr/>
          <p:nvPr/>
        </p:nvCxnSpPr>
        <p:spPr>
          <a:xfrm>
            <a:off x="2766546" y="2711834"/>
            <a:ext cx="640080" cy="77266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7" name="Connector 51"/>
          <p:cNvCxnSpPr/>
          <p:nvPr/>
        </p:nvCxnSpPr>
        <p:spPr>
          <a:xfrm>
            <a:off x="2766546" y="2711834"/>
            <a:ext cx="640080" cy="97383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8" name="Connector 52"/>
          <p:cNvCxnSpPr/>
          <p:nvPr/>
        </p:nvCxnSpPr>
        <p:spPr>
          <a:xfrm>
            <a:off x="2766546" y="2711834"/>
            <a:ext cx="640080" cy="117500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9" name="Connector 53"/>
          <p:cNvCxnSpPr/>
          <p:nvPr/>
        </p:nvCxnSpPr>
        <p:spPr>
          <a:xfrm>
            <a:off x="2766546" y="2711834"/>
            <a:ext cx="640080" cy="13761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0" name="Connector 54"/>
          <p:cNvCxnSpPr/>
          <p:nvPr/>
        </p:nvCxnSpPr>
        <p:spPr>
          <a:xfrm>
            <a:off x="2766546" y="2711834"/>
            <a:ext cx="640080" cy="157734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1" name="Connector 55"/>
          <p:cNvCxnSpPr/>
          <p:nvPr/>
        </p:nvCxnSpPr>
        <p:spPr>
          <a:xfrm>
            <a:off x="2766546" y="2711834"/>
            <a:ext cx="640080" cy="177850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2" name="Connector 56"/>
          <p:cNvCxnSpPr/>
          <p:nvPr/>
        </p:nvCxnSpPr>
        <p:spPr>
          <a:xfrm>
            <a:off x="2766546" y="2711834"/>
            <a:ext cx="640080" cy="197967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3" name="Connector 57"/>
          <p:cNvCxnSpPr/>
          <p:nvPr/>
        </p:nvCxnSpPr>
        <p:spPr>
          <a:xfrm>
            <a:off x="2766546" y="2711834"/>
            <a:ext cx="640080" cy="218084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4" name="Connector 58"/>
          <p:cNvCxnSpPr/>
          <p:nvPr/>
        </p:nvCxnSpPr>
        <p:spPr>
          <a:xfrm>
            <a:off x="2766546" y="2711834"/>
            <a:ext cx="640080" cy="238201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5" name="Connector 59"/>
          <p:cNvCxnSpPr/>
          <p:nvPr/>
        </p:nvCxnSpPr>
        <p:spPr>
          <a:xfrm>
            <a:off x="2766546" y="2711834"/>
            <a:ext cx="640080" cy="258318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6" name="Connector 60"/>
          <p:cNvCxnSpPr/>
          <p:nvPr/>
        </p:nvCxnSpPr>
        <p:spPr>
          <a:xfrm>
            <a:off x="2766546" y="2711834"/>
            <a:ext cx="640080" cy="27843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7" name="Connector 61"/>
          <p:cNvCxnSpPr/>
          <p:nvPr/>
        </p:nvCxnSpPr>
        <p:spPr>
          <a:xfrm>
            <a:off x="2766546" y="2711834"/>
            <a:ext cx="640080" cy="298551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8" name="Connector 62"/>
          <p:cNvCxnSpPr/>
          <p:nvPr/>
        </p:nvCxnSpPr>
        <p:spPr>
          <a:xfrm>
            <a:off x="2766546" y="2711834"/>
            <a:ext cx="640080" cy="318668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9" name="Connector 63"/>
          <p:cNvCxnSpPr/>
          <p:nvPr/>
        </p:nvCxnSpPr>
        <p:spPr>
          <a:xfrm>
            <a:off x="2766546" y="2711834"/>
            <a:ext cx="640080" cy="338785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30" name="Connector 64"/>
          <p:cNvCxnSpPr/>
          <p:nvPr/>
        </p:nvCxnSpPr>
        <p:spPr>
          <a:xfrm>
            <a:off x="2766546" y="2711834"/>
            <a:ext cx="640080" cy="358902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pic>
        <p:nvPicPr>
          <p:cNvPr id="231" name="Picture 65" descr="numero4_original_clean.png"/>
          <p:cNvPicPr>
            <a:picLocks noChangeAspect="1"/>
          </p:cNvPicPr>
          <p:nvPr/>
        </p:nvPicPr>
        <p:blipFill>
          <a:blip r:embed="rId3"/>
          <a:stretch>
            <a:fillRect/>
          </a:stretch>
        </p:blipFill>
        <p:spPr>
          <a:xfrm>
            <a:off x="1486386" y="2199770"/>
            <a:ext cx="1097280" cy="914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34064" y="5912799"/>
            <a:ext cx="2394671" cy="707886"/>
          </a:xfrm>
          <a:prstGeom prst="rect">
            <a:avLst/>
          </a:prstGeom>
          <a:noFill/>
        </p:spPr>
        <p:txBody>
          <a:bodyPr wrap="square">
            <a:spAutoFit/>
          </a:bodyPr>
          <a:lstStyle/>
          <a:p>
            <a:pPr algn="ctr"/>
            <a:r>
              <a:rPr lang="es-CO" sz="2000" b="1" dirty="0">
                <a:solidFill>
                  <a:srgbClr val="141414"/>
                </a:solidFill>
                <a:latin typeface="Arial"/>
              </a:rPr>
              <a:t>Extracción</a:t>
            </a:r>
            <a:r>
              <a:rPr sz="2000" b="1" dirty="0">
                <a:solidFill>
                  <a:srgbClr val="141414"/>
                </a:solidFill>
                <a:latin typeface="Arial"/>
              </a:rPr>
              <a:t> de </a:t>
            </a:r>
            <a:r>
              <a:rPr lang="es-CO" sz="2000" b="1" dirty="0">
                <a:solidFill>
                  <a:srgbClr val="141414"/>
                </a:solidFill>
                <a:latin typeface="Arial"/>
              </a:rPr>
              <a:t>características</a:t>
            </a:r>
          </a:p>
        </p:txBody>
      </p:sp>
      <p:sp>
        <p:nvSpPr>
          <p:cNvPr id="3" name="TextBox 2"/>
          <p:cNvSpPr txBox="1"/>
          <p:nvPr/>
        </p:nvSpPr>
        <p:spPr>
          <a:xfrm>
            <a:off x="2076338" y="471341"/>
            <a:ext cx="1313913" cy="769441"/>
          </a:xfrm>
          <a:prstGeom prst="rect">
            <a:avLst/>
          </a:prstGeom>
          <a:noFill/>
        </p:spPr>
        <p:txBody>
          <a:bodyPr wrap="square">
            <a:spAutoFit/>
          </a:bodyPr>
          <a:lstStyle/>
          <a:p>
            <a:pPr algn="ctr"/>
            <a:r>
              <a:rPr lang="es-CO" sz="2200" b="1" dirty="0">
                <a:solidFill>
                  <a:srgbClr val="141414"/>
                </a:solidFill>
                <a:latin typeface="Arial"/>
              </a:rPr>
              <a:t>Capa</a:t>
            </a:r>
            <a:r>
              <a:rPr lang="en-US" sz="2200" b="1" dirty="0">
                <a:solidFill>
                  <a:srgbClr val="141414"/>
                </a:solidFill>
                <a:latin typeface="Arial"/>
              </a:rPr>
              <a:t> de </a:t>
            </a:r>
            <a:r>
              <a:rPr sz="2200" b="1" dirty="0">
                <a:solidFill>
                  <a:srgbClr val="141414"/>
                </a:solidFill>
                <a:latin typeface="Arial"/>
              </a:rPr>
              <a:t>entrada</a:t>
            </a:r>
          </a:p>
        </p:txBody>
      </p:sp>
      <p:sp>
        <p:nvSpPr>
          <p:cNvPr id="32" name="TextBox 31"/>
          <p:cNvSpPr txBox="1"/>
          <p:nvPr/>
        </p:nvSpPr>
        <p:spPr>
          <a:xfrm>
            <a:off x="3606011" y="1222594"/>
            <a:ext cx="1993391" cy="769441"/>
          </a:xfrm>
          <a:prstGeom prst="rect">
            <a:avLst/>
          </a:prstGeom>
          <a:noFill/>
        </p:spPr>
        <p:txBody>
          <a:bodyPr wrap="square">
            <a:spAutoFit/>
          </a:bodyPr>
          <a:lstStyle/>
          <a:p>
            <a:pPr algn="ctr"/>
            <a:r>
              <a:rPr lang="en-US" sz="2200" b="1" dirty="0" err="1">
                <a:solidFill>
                  <a:srgbClr val="141414"/>
                </a:solidFill>
                <a:latin typeface="Arial"/>
              </a:rPr>
              <a:t>Capa</a:t>
            </a:r>
            <a:r>
              <a:rPr lang="en-US" sz="2200" b="1" dirty="0">
                <a:solidFill>
                  <a:srgbClr val="141414"/>
                </a:solidFill>
                <a:latin typeface="Arial"/>
              </a:rPr>
              <a:t> de </a:t>
            </a:r>
            <a:r>
              <a:rPr sz="2200" b="1" dirty="0" err="1">
                <a:solidFill>
                  <a:srgbClr val="141414"/>
                </a:solidFill>
                <a:latin typeface="Arial"/>
              </a:rPr>
              <a:t>Convolución</a:t>
            </a:r>
            <a:endParaRPr sz="2200" b="1" dirty="0">
              <a:solidFill>
                <a:srgbClr val="141414"/>
              </a:solidFill>
              <a:latin typeface="Arial"/>
            </a:endParaRPr>
          </a:p>
        </p:txBody>
      </p:sp>
      <p:cxnSp>
        <p:nvCxnSpPr>
          <p:cNvPr id="33" name="Connector 32"/>
          <p:cNvCxnSpPr/>
          <p:nvPr/>
        </p:nvCxnSpPr>
        <p:spPr>
          <a:xfrm>
            <a:off x="4057982" y="2093303"/>
            <a:ext cx="0" cy="338328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57982" y="2093303"/>
            <a:ext cx="164592" cy="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057982" y="5476583"/>
            <a:ext cx="164592" cy="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grpSp>
        <p:nvGrpSpPr>
          <p:cNvPr id="99" name="Grupo 98">
            <a:extLst>
              <a:ext uri="{FF2B5EF4-FFF2-40B4-BE49-F238E27FC236}">
                <a16:creationId xmlns:a16="http://schemas.microsoft.com/office/drawing/2014/main" id="{1DC1A20E-8DEB-32B8-8CF4-829769AE44AD}"/>
              </a:ext>
            </a:extLst>
          </p:cNvPr>
          <p:cNvGrpSpPr/>
          <p:nvPr/>
        </p:nvGrpSpPr>
        <p:grpSpPr>
          <a:xfrm>
            <a:off x="5091254" y="2111591"/>
            <a:ext cx="164592" cy="3383280"/>
            <a:chOff x="5504688" y="1508760"/>
            <a:chExt cx="164592" cy="3383280"/>
          </a:xfrm>
        </p:grpSpPr>
        <p:cxnSp>
          <p:nvCxnSpPr>
            <p:cNvPr id="34" name="Connector 33"/>
            <p:cNvCxnSpPr/>
            <p:nvPr/>
          </p:nvCxnSpPr>
          <p:spPr>
            <a:xfrm>
              <a:off x="5669280" y="1508760"/>
              <a:ext cx="0" cy="338328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504688" y="1508760"/>
              <a:ext cx="164592" cy="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504688" y="4892040"/>
              <a:ext cx="164592" cy="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grpSp>
      <p:sp>
        <p:nvSpPr>
          <p:cNvPr id="39" name="TextBox 38"/>
          <p:cNvSpPr txBox="1"/>
          <p:nvPr/>
        </p:nvSpPr>
        <p:spPr>
          <a:xfrm>
            <a:off x="5631400" y="1214806"/>
            <a:ext cx="1792223" cy="769441"/>
          </a:xfrm>
          <a:prstGeom prst="rect">
            <a:avLst/>
          </a:prstGeom>
          <a:noFill/>
        </p:spPr>
        <p:txBody>
          <a:bodyPr wrap="square">
            <a:spAutoFit/>
          </a:bodyPr>
          <a:lstStyle/>
          <a:p>
            <a:pPr algn="ctr"/>
            <a:r>
              <a:rPr lang="en-US" sz="2200" b="1" dirty="0" err="1">
                <a:solidFill>
                  <a:srgbClr val="141414"/>
                </a:solidFill>
                <a:latin typeface="Arial"/>
              </a:rPr>
              <a:t>Capa</a:t>
            </a:r>
            <a:r>
              <a:rPr lang="en-US" sz="2200" b="1" dirty="0">
                <a:solidFill>
                  <a:srgbClr val="141414"/>
                </a:solidFill>
                <a:latin typeface="Arial"/>
              </a:rPr>
              <a:t> de </a:t>
            </a:r>
            <a:r>
              <a:rPr sz="2200" b="1" dirty="0" err="1">
                <a:solidFill>
                  <a:srgbClr val="141414"/>
                </a:solidFill>
                <a:latin typeface="Arial"/>
              </a:rPr>
              <a:t>Agrupación</a:t>
            </a:r>
            <a:endParaRPr sz="2200" b="1" dirty="0">
              <a:solidFill>
                <a:srgbClr val="141414"/>
              </a:solidFill>
              <a:latin typeface="Arial"/>
            </a:endParaRPr>
          </a:p>
        </p:txBody>
      </p:sp>
      <p:cxnSp>
        <p:nvCxnSpPr>
          <p:cNvPr id="40" name="Connector 39"/>
          <p:cNvCxnSpPr/>
          <p:nvPr/>
        </p:nvCxnSpPr>
        <p:spPr>
          <a:xfrm>
            <a:off x="5941424" y="2101576"/>
            <a:ext cx="0" cy="338328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108370" y="2101576"/>
            <a:ext cx="0" cy="338328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941424" y="2101576"/>
            <a:ext cx="164592" cy="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41424" y="5484856"/>
            <a:ext cx="164592" cy="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943778" y="2101576"/>
            <a:ext cx="164592" cy="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943778" y="5484856"/>
            <a:ext cx="164592" cy="0"/>
          </a:xfrm>
          <a:prstGeom prst="line">
            <a:avLst/>
          </a:prstGeom>
          <a:ln w="31750">
            <a:solidFill>
              <a:srgbClr val="00B4B4"/>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97931" y="777240"/>
            <a:ext cx="1188720" cy="365760"/>
          </a:xfrm>
          <a:prstGeom prst="rect">
            <a:avLst/>
          </a:prstGeom>
          <a:noFill/>
        </p:spPr>
        <p:txBody>
          <a:bodyPr wrap="none">
            <a:spAutoFit/>
          </a:bodyPr>
          <a:lstStyle/>
          <a:p>
            <a:pPr algn="ctr"/>
            <a:r>
              <a:rPr sz="2200" b="1">
                <a:solidFill>
                  <a:srgbClr val="141414"/>
                </a:solidFill>
                <a:latin typeface="Arial"/>
              </a:rPr>
              <a:t>Oculta</a:t>
            </a:r>
          </a:p>
        </p:txBody>
      </p:sp>
      <p:sp>
        <p:nvSpPr>
          <p:cNvPr id="61" name="TextBox 60"/>
          <p:cNvSpPr txBox="1"/>
          <p:nvPr/>
        </p:nvSpPr>
        <p:spPr>
          <a:xfrm>
            <a:off x="8568363" y="777240"/>
            <a:ext cx="1188720" cy="365760"/>
          </a:xfrm>
          <a:prstGeom prst="rect">
            <a:avLst/>
          </a:prstGeom>
          <a:noFill/>
        </p:spPr>
        <p:txBody>
          <a:bodyPr wrap="none">
            <a:spAutoFit/>
          </a:bodyPr>
          <a:lstStyle/>
          <a:p>
            <a:pPr algn="ctr"/>
            <a:r>
              <a:rPr sz="2200" b="1">
                <a:solidFill>
                  <a:srgbClr val="141414"/>
                </a:solidFill>
                <a:latin typeface="Arial"/>
              </a:rPr>
              <a:t>Oculta</a:t>
            </a:r>
          </a:p>
        </p:txBody>
      </p:sp>
      <p:sp>
        <p:nvSpPr>
          <p:cNvPr id="76" name="Oval 75"/>
          <p:cNvSpPr/>
          <p:nvPr/>
        </p:nvSpPr>
        <p:spPr>
          <a:xfrm>
            <a:off x="10095411" y="868680"/>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095411" y="1353312"/>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095411" y="1837943"/>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0095411" y="2322576"/>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0095411" y="2807208"/>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10095411" y="3291840"/>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10095411" y="3776472"/>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10095411" y="4261104"/>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10095411" y="4745736"/>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10095411" y="5230368"/>
            <a:ext cx="292608" cy="292608"/>
          </a:xfrm>
          <a:prstGeom prst="ellipse">
            <a:avLst/>
          </a:prstGeom>
          <a:solidFill>
            <a:srgbClr val="DCF5C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0442883" y="777240"/>
            <a:ext cx="365760" cy="274320"/>
          </a:xfrm>
          <a:prstGeom prst="rect">
            <a:avLst/>
          </a:prstGeom>
          <a:noFill/>
        </p:spPr>
        <p:txBody>
          <a:bodyPr wrap="none">
            <a:spAutoFit/>
          </a:bodyPr>
          <a:lstStyle/>
          <a:p>
            <a:pPr algn="ctr"/>
            <a:r>
              <a:rPr sz="2000" b="1">
                <a:solidFill>
                  <a:srgbClr val="141414"/>
                </a:solidFill>
                <a:latin typeface="Arial"/>
              </a:rPr>
              <a:t>0</a:t>
            </a:r>
          </a:p>
        </p:txBody>
      </p:sp>
      <p:sp>
        <p:nvSpPr>
          <p:cNvPr id="87" name="TextBox 86"/>
          <p:cNvSpPr txBox="1"/>
          <p:nvPr/>
        </p:nvSpPr>
        <p:spPr>
          <a:xfrm>
            <a:off x="10442883" y="1261872"/>
            <a:ext cx="365760" cy="274320"/>
          </a:xfrm>
          <a:prstGeom prst="rect">
            <a:avLst/>
          </a:prstGeom>
          <a:noFill/>
        </p:spPr>
        <p:txBody>
          <a:bodyPr wrap="none">
            <a:spAutoFit/>
          </a:bodyPr>
          <a:lstStyle/>
          <a:p>
            <a:pPr algn="ctr"/>
            <a:r>
              <a:rPr sz="2000" b="1">
                <a:solidFill>
                  <a:srgbClr val="141414"/>
                </a:solidFill>
                <a:latin typeface="Arial"/>
              </a:rPr>
              <a:t>1</a:t>
            </a:r>
          </a:p>
        </p:txBody>
      </p:sp>
      <p:sp>
        <p:nvSpPr>
          <p:cNvPr id="88" name="TextBox 87"/>
          <p:cNvSpPr txBox="1"/>
          <p:nvPr/>
        </p:nvSpPr>
        <p:spPr>
          <a:xfrm>
            <a:off x="10442883" y="1746504"/>
            <a:ext cx="365760" cy="274320"/>
          </a:xfrm>
          <a:prstGeom prst="rect">
            <a:avLst/>
          </a:prstGeom>
          <a:noFill/>
        </p:spPr>
        <p:txBody>
          <a:bodyPr wrap="none">
            <a:spAutoFit/>
          </a:bodyPr>
          <a:lstStyle/>
          <a:p>
            <a:pPr algn="ctr"/>
            <a:r>
              <a:rPr sz="2000" b="1">
                <a:solidFill>
                  <a:srgbClr val="141414"/>
                </a:solidFill>
                <a:latin typeface="Arial"/>
              </a:rPr>
              <a:t>2</a:t>
            </a:r>
          </a:p>
        </p:txBody>
      </p:sp>
      <p:sp>
        <p:nvSpPr>
          <p:cNvPr id="89" name="TextBox 88"/>
          <p:cNvSpPr txBox="1"/>
          <p:nvPr/>
        </p:nvSpPr>
        <p:spPr>
          <a:xfrm>
            <a:off x="10442883" y="2231136"/>
            <a:ext cx="365760" cy="274320"/>
          </a:xfrm>
          <a:prstGeom prst="rect">
            <a:avLst/>
          </a:prstGeom>
          <a:noFill/>
        </p:spPr>
        <p:txBody>
          <a:bodyPr wrap="none">
            <a:spAutoFit/>
          </a:bodyPr>
          <a:lstStyle/>
          <a:p>
            <a:pPr algn="ctr"/>
            <a:r>
              <a:rPr sz="2000" b="1">
                <a:solidFill>
                  <a:srgbClr val="141414"/>
                </a:solidFill>
                <a:latin typeface="Arial"/>
              </a:rPr>
              <a:t>3</a:t>
            </a:r>
          </a:p>
        </p:txBody>
      </p:sp>
      <p:sp>
        <p:nvSpPr>
          <p:cNvPr id="90" name="TextBox 89"/>
          <p:cNvSpPr txBox="1"/>
          <p:nvPr/>
        </p:nvSpPr>
        <p:spPr>
          <a:xfrm>
            <a:off x="10442883" y="2715768"/>
            <a:ext cx="365760" cy="274320"/>
          </a:xfrm>
          <a:prstGeom prst="rect">
            <a:avLst/>
          </a:prstGeom>
          <a:noFill/>
        </p:spPr>
        <p:txBody>
          <a:bodyPr wrap="none">
            <a:spAutoFit/>
          </a:bodyPr>
          <a:lstStyle/>
          <a:p>
            <a:pPr algn="ctr"/>
            <a:r>
              <a:rPr sz="2000" b="1">
                <a:solidFill>
                  <a:srgbClr val="141414"/>
                </a:solidFill>
                <a:latin typeface="Arial"/>
              </a:rPr>
              <a:t>4</a:t>
            </a:r>
          </a:p>
        </p:txBody>
      </p:sp>
      <p:sp>
        <p:nvSpPr>
          <p:cNvPr id="91" name="TextBox 90"/>
          <p:cNvSpPr txBox="1"/>
          <p:nvPr/>
        </p:nvSpPr>
        <p:spPr>
          <a:xfrm>
            <a:off x="10442883" y="3200400"/>
            <a:ext cx="365760" cy="274320"/>
          </a:xfrm>
          <a:prstGeom prst="rect">
            <a:avLst/>
          </a:prstGeom>
          <a:noFill/>
        </p:spPr>
        <p:txBody>
          <a:bodyPr wrap="none">
            <a:spAutoFit/>
          </a:bodyPr>
          <a:lstStyle/>
          <a:p>
            <a:pPr algn="ctr"/>
            <a:r>
              <a:rPr sz="2000" b="1">
                <a:solidFill>
                  <a:srgbClr val="141414"/>
                </a:solidFill>
                <a:latin typeface="Arial"/>
              </a:rPr>
              <a:t>5</a:t>
            </a:r>
          </a:p>
        </p:txBody>
      </p:sp>
      <p:sp>
        <p:nvSpPr>
          <p:cNvPr id="92" name="TextBox 91"/>
          <p:cNvSpPr txBox="1"/>
          <p:nvPr/>
        </p:nvSpPr>
        <p:spPr>
          <a:xfrm>
            <a:off x="10442883" y="3685032"/>
            <a:ext cx="365760" cy="274320"/>
          </a:xfrm>
          <a:prstGeom prst="rect">
            <a:avLst/>
          </a:prstGeom>
          <a:noFill/>
        </p:spPr>
        <p:txBody>
          <a:bodyPr wrap="none">
            <a:spAutoFit/>
          </a:bodyPr>
          <a:lstStyle/>
          <a:p>
            <a:pPr algn="ctr"/>
            <a:r>
              <a:rPr sz="2000" b="1">
                <a:solidFill>
                  <a:srgbClr val="141414"/>
                </a:solidFill>
                <a:latin typeface="Arial"/>
              </a:rPr>
              <a:t>6</a:t>
            </a:r>
          </a:p>
        </p:txBody>
      </p:sp>
      <p:sp>
        <p:nvSpPr>
          <p:cNvPr id="93" name="TextBox 92"/>
          <p:cNvSpPr txBox="1"/>
          <p:nvPr/>
        </p:nvSpPr>
        <p:spPr>
          <a:xfrm>
            <a:off x="10442883" y="4169663"/>
            <a:ext cx="365760" cy="274320"/>
          </a:xfrm>
          <a:prstGeom prst="rect">
            <a:avLst/>
          </a:prstGeom>
          <a:noFill/>
        </p:spPr>
        <p:txBody>
          <a:bodyPr wrap="none">
            <a:spAutoFit/>
          </a:bodyPr>
          <a:lstStyle/>
          <a:p>
            <a:pPr algn="ctr"/>
            <a:r>
              <a:rPr sz="2000" b="1">
                <a:solidFill>
                  <a:srgbClr val="141414"/>
                </a:solidFill>
                <a:latin typeface="Arial"/>
              </a:rPr>
              <a:t>7</a:t>
            </a:r>
          </a:p>
        </p:txBody>
      </p:sp>
      <p:sp>
        <p:nvSpPr>
          <p:cNvPr id="94" name="TextBox 93"/>
          <p:cNvSpPr txBox="1"/>
          <p:nvPr/>
        </p:nvSpPr>
        <p:spPr>
          <a:xfrm>
            <a:off x="10442883" y="4654296"/>
            <a:ext cx="365760" cy="274320"/>
          </a:xfrm>
          <a:prstGeom prst="rect">
            <a:avLst/>
          </a:prstGeom>
          <a:noFill/>
        </p:spPr>
        <p:txBody>
          <a:bodyPr wrap="none">
            <a:spAutoFit/>
          </a:bodyPr>
          <a:lstStyle/>
          <a:p>
            <a:pPr algn="ctr"/>
            <a:r>
              <a:rPr sz="2000" b="1">
                <a:solidFill>
                  <a:srgbClr val="141414"/>
                </a:solidFill>
                <a:latin typeface="Arial"/>
              </a:rPr>
              <a:t>8</a:t>
            </a:r>
          </a:p>
        </p:txBody>
      </p:sp>
      <p:sp>
        <p:nvSpPr>
          <p:cNvPr id="95" name="TextBox 94"/>
          <p:cNvSpPr txBox="1"/>
          <p:nvPr/>
        </p:nvSpPr>
        <p:spPr>
          <a:xfrm>
            <a:off x="10442883" y="5138928"/>
            <a:ext cx="365760" cy="274320"/>
          </a:xfrm>
          <a:prstGeom prst="rect">
            <a:avLst/>
          </a:prstGeom>
          <a:noFill/>
        </p:spPr>
        <p:txBody>
          <a:bodyPr wrap="none">
            <a:spAutoFit/>
          </a:bodyPr>
          <a:lstStyle/>
          <a:p>
            <a:pPr algn="ctr"/>
            <a:r>
              <a:rPr sz="2000" b="1">
                <a:solidFill>
                  <a:srgbClr val="141414"/>
                </a:solidFill>
                <a:latin typeface="Arial"/>
              </a:rPr>
              <a:t>9</a:t>
            </a:r>
          </a:p>
        </p:txBody>
      </p:sp>
      <p:sp>
        <p:nvSpPr>
          <p:cNvPr id="96" name="TextBox 95"/>
          <p:cNvSpPr txBox="1"/>
          <p:nvPr/>
        </p:nvSpPr>
        <p:spPr>
          <a:xfrm>
            <a:off x="2843421" y="6423235"/>
            <a:ext cx="914400" cy="365760"/>
          </a:xfrm>
          <a:prstGeom prst="rect">
            <a:avLst/>
          </a:prstGeom>
          <a:noFill/>
        </p:spPr>
        <p:txBody>
          <a:bodyPr wrap="none">
            <a:spAutoFit/>
          </a:bodyPr>
          <a:lstStyle/>
          <a:p>
            <a:pPr algn="ctr"/>
            <a:r>
              <a:rPr sz="2800" b="1" dirty="0">
                <a:solidFill>
                  <a:srgbClr val="141414"/>
                </a:solidFill>
                <a:latin typeface="Arial"/>
              </a:rPr>
              <a:t>784</a:t>
            </a:r>
          </a:p>
        </p:txBody>
      </p:sp>
      <p:sp>
        <p:nvSpPr>
          <p:cNvPr id="97" name="TextBox 96"/>
          <p:cNvSpPr txBox="1"/>
          <p:nvPr/>
        </p:nvSpPr>
        <p:spPr>
          <a:xfrm>
            <a:off x="9729651" y="228600"/>
            <a:ext cx="1005840" cy="411480"/>
          </a:xfrm>
          <a:prstGeom prst="rect">
            <a:avLst/>
          </a:prstGeom>
          <a:noFill/>
        </p:spPr>
        <p:txBody>
          <a:bodyPr wrap="none">
            <a:spAutoFit/>
          </a:bodyPr>
          <a:lstStyle/>
          <a:p>
            <a:pPr algn="ctr">
              <a:defRPr sz="1600" b="1">
                <a:solidFill>
                  <a:srgbClr val="141414"/>
                </a:solidFill>
                <a:latin typeface="Arial"/>
              </a:defRPr>
            </a:pPr>
            <a:r>
              <a:t>Salida</a:t>
            </a:r>
          </a:p>
        </p:txBody>
      </p:sp>
      <p:sp>
        <p:nvSpPr>
          <p:cNvPr id="98" name="Rectangle 97"/>
          <p:cNvSpPr/>
          <p:nvPr/>
        </p:nvSpPr>
        <p:spPr>
          <a:xfrm>
            <a:off x="9848523" y="658368"/>
            <a:ext cx="777240" cy="1371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6"/>
          <p:cNvSpPr/>
          <p:nvPr/>
        </p:nvSpPr>
        <p:spPr>
          <a:xfrm>
            <a:off x="2660541" y="143975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7"/>
          <p:cNvSpPr/>
          <p:nvPr/>
        </p:nvSpPr>
        <p:spPr>
          <a:xfrm>
            <a:off x="2660541" y="164092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8"/>
          <p:cNvSpPr/>
          <p:nvPr/>
        </p:nvSpPr>
        <p:spPr>
          <a:xfrm>
            <a:off x="2660541" y="184209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9"/>
          <p:cNvSpPr/>
          <p:nvPr/>
        </p:nvSpPr>
        <p:spPr>
          <a:xfrm>
            <a:off x="2660541" y="204325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
          <p:cNvSpPr/>
          <p:nvPr/>
        </p:nvSpPr>
        <p:spPr>
          <a:xfrm>
            <a:off x="2660541" y="224442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1"/>
          <p:cNvSpPr/>
          <p:nvPr/>
        </p:nvSpPr>
        <p:spPr>
          <a:xfrm>
            <a:off x="2660541" y="244559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2"/>
          <p:cNvSpPr/>
          <p:nvPr/>
        </p:nvSpPr>
        <p:spPr>
          <a:xfrm>
            <a:off x="2660541" y="264676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3"/>
          <p:cNvSpPr/>
          <p:nvPr/>
        </p:nvSpPr>
        <p:spPr>
          <a:xfrm>
            <a:off x="2660541" y="284793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4"/>
          <p:cNvSpPr/>
          <p:nvPr/>
        </p:nvSpPr>
        <p:spPr>
          <a:xfrm>
            <a:off x="2660541" y="304909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5"/>
          <p:cNvSpPr/>
          <p:nvPr/>
        </p:nvSpPr>
        <p:spPr>
          <a:xfrm>
            <a:off x="2660541" y="325026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6"/>
          <p:cNvSpPr/>
          <p:nvPr/>
        </p:nvSpPr>
        <p:spPr>
          <a:xfrm>
            <a:off x="2660541" y="345143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7"/>
          <p:cNvSpPr/>
          <p:nvPr/>
        </p:nvSpPr>
        <p:spPr>
          <a:xfrm>
            <a:off x="2660541" y="365260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8"/>
          <p:cNvSpPr/>
          <p:nvPr/>
        </p:nvSpPr>
        <p:spPr>
          <a:xfrm>
            <a:off x="2660541" y="385377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9"/>
          <p:cNvSpPr/>
          <p:nvPr/>
        </p:nvSpPr>
        <p:spPr>
          <a:xfrm>
            <a:off x="2660541" y="405493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20"/>
          <p:cNvSpPr/>
          <p:nvPr/>
        </p:nvSpPr>
        <p:spPr>
          <a:xfrm>
            <a:off x="2660541" y="425610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21"/>
          <p:cNvSpPr/>
          <p:nvPr/>
        </p:nvSpPr>
        <p:spPr>
          <a:xfrm>
            <a:off x="2660541" y="445727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22"/>
          <p:cNvSpPr/>
          <p:nvPr/>
        </p:nvSpPr>
        <p:spPr>
          <a:xfrm>
            <a:off x="2660541" y="465844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23"/>
          <p:cNvSpPr/>
          <p:nvPr/>
        </p:nvSpPr>
        <p:spPr>
          <a:xfrm>
            <a:off x="2660541" y="485961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24"/>
          <p:cNvSpPr/>
          <p:nvPr/>
        </p:nvSpPr>
        <p:spPr>
          <a:xfrm>
            <a:off x="2660541" y="506077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25"/>
          <p:cNvSpPr/>
          <p:nvPr/>
        </p:nvSpPr>
        <p:spPr>
          <a:xfrm>
            <a:off x="2660541" y="526194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26"/>
          <p:cNvSpPr/>
          <p:nvPr/>
        </p:nvSpPr>
        <p:spPr>
          <a:xfrm>
            <a:off x="2660541" y="546311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27"/>
          <p:cNvSpPr/>
          <p:nvPr/>
        </p:nvSpPr>
        <p:spPr>
          <a:xfrm>
            <a:off x="2660541" y="566428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28"/>
          <p:cNvSpPr/>
          <p:nvPr/>
        </p:nvSpPr>
        <p:spPr>
          <a:xfrm>
            <a:off x="2660541" y="586545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29"/>
          <p:cNvSpPr/>
          <p:nvPr/>
        </p:nvSpPr>
        <p:spPr>
          <a:xfrm>
            <a:off x="2660541" y="606661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30"/>
          <p:cNvSpPr/>
          <p:nvPr/>
        </p:nvSpPr>
        <p:spPr>
          <a:xfrm>
            <a:off x="2660541" y="626778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31"/>
          <p:cNvSpPr/>
          <p:nvPr/>
        </p:nvSpPr>
        <p:spPr>
          <a:xfrm>
            <a:off x="2660541" y="646895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32"/>
          <p:cNvSpPr/>
          <p:nvPr/>
        </p:nvSpPr>
        <p:spPr>
          <a:xfrm>
            <a:off x="2660541" y="667012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3"/>
          <p:cNvSpPr/>
          <p:nvPr/>
        </p:nvSpPr>
        <p:spPr>
          <a:xfrm>
            <a:off x="2666468" y="122986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4"/>
          <p:cNvSpPr/>
          <p:nvPr/>
        </p:nvSpPr>
        <p:spPr>
          <a:xfrm>
            <a:off x="2666468" y="143103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5"/>
          <p:cNvSpPr/>
          <p:nvPr/>
        </p:nvSpPr>
        <p:spPr>
          <a:xfrm>
            <a:off x="2666468" y="163220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6"/>
          <p:cNvSpPr/>
          <p:nvPr/>
        </p:nvSpPr>
        <p:spPr>
          <a:xfrm>
            <a:off x="2666468" y="183337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7"/>
          <p:cNvSpPr/>
          <p:nvPr/>
        </p:nvSpPr>
        <p:spPr>
          <a:xfrm>
            <a:off x="2666468" y="203454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8"/>
          <p:cNvSpPr/>
          <p:nvPr/>
        </p:nvSpPr>
        <p:spPr>
          <a:xfrm>
            <a:off x="2666468" y="223570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9"/>
          <p:cNvSpPr/>
          <p:nvPr/>
        </p:nvSpPr>
        <p:spPr>
          <a:xfrm>
            <a:off x="2666468" y="243687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0"/>
          <p:cNvSpPr/>
          <p:nvPr/>
        </p:nvSpPr>
        <p:spPr>
          <a:xfrm>
            <a:off x="2666468" y="263804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1"/>
          <p:cNvSpPr/>
          <p:nvPr/>
        </p:nvSpPr>
        <p:spPr>
          <a:xfrm>
            <a:off x="2666468" y="283921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2"/>
          <p:cNvSpPr/>
          <p:nvPr/>
        </p:nvSpPr>
        <p:spPr>
          <a:xfrm>
            <a:off x="2666468" y="304038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3"/>
          <p:cNvSpPr/>
          <p:nvPr/>
        </p:nvSpPr>
        <p:spPr>
          <a:xfrm>
            <a:off x="2666468" y="324154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4"/>
          <p:cNvSpPr/>
          <p:nvPr/>
        </p:nvSpPr>
        <p:spPr>
          <a:xfrm>
            <a:off x="2666468" y="344271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5"/>
          <p:cNvSpPr/>
          <p:nvPr/>
        </p:nvSpPr>
        <p:spPr>
          <a:xfrm>
            <a:off x="2666468" y="364388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6"/>
          <p:cNvSpPr/>
          <p:nvPr/>
        </p:nvSpPr>
        <p:spPr>
          <a:xfrm>
            <a:off x="2666468" y="384505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7"/>
          <p:cNvSpPr/>
          <p:nvPr/>
        </p:nvSpPr>
        <p:spPr>
          <a:xfrm>
            <a:off x="2666468" y="404622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
          <p:cNvSpPr/>
          <p:nvPr/>
        </p:nvSpPr>
        <p:spPr>
          <a:xfrm>
            <a:off x="2666468" y="424738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9"/>
          <p:cNvSpPr/>
          <p:nvPr/>
        </p:nvSpPr>
        <p:spPr>
          <a:xfrm>
            <a:off x="2666468" y="444855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20"/>
          <p:cNvSpPr/>
          <p:nvPr/>
        </p:nvSpPr>
        <p:spPr>
          <a:xfrm>
            <a:off x="2666468" y="464972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21"/>
          <p:cNvSpPr/>
          <p:nvPr/>
        </p:nvSpPr>
        <p:spPr>
          <a:xfrm>
            <a:off x="2666468" y="485089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22"/>
          <p:cNvSpPr/>
          <p:nvPr/>
        </p:nvSpPr>
        <p:spPr>
          <a:xfrm>
            <a:off x="2666468" y="505206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23"/>
          <p:cNvSpPr/>
          <p:nvPr/>
        </p:nvSpPr>
        <p:spPr>
          <a:xfrm>
            <a:off x="2666468" y="525322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24"/>
          <p:cNvSpPr/>
          <p:nvPr/>
        </p:nvSpPr>
        <p:spPr>
          <a:xfrm>
            <a:off x="2666468" y="545439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25"/>
          <p:cNvSpPr/>
          <p:nvPr/>
        </p:nvSpPr>
        <p:spPr>
          <a:xfrm>
            <a:off x="2666468" y="565556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26"/>
          <p:cNvSpPr/>
          <p:nvPr/>
        </p:nvSpPr>
        <p:spPr>
          <a:xfrm>
            <a:off x="2666468" y="5856732"/>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27"/>
          <p:cNvSpPr/>
          <p:nvPr/>
        </p:nvSpPr>
        <p:spPr>
          <a:xfrm>
            <a:off x="2666468" y="6057900"/>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28"/>
          <p:cNvSpPr/>
          <p:nvPr/>
        </p:nvSpPr>
        <p:spPr>
          <a:xfrm>
            <a:off x="2666468" y="6259068"/>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29"/>
          <p:cNvSpPr/>
          <p:nvPr/>
        </p:nvSpPr>
        <p:spPr>
          <a:xfrm>
            <a:off x="2666468" y="6460236"/>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30"/>
          <p:cNvSpPr/>
          <p:nvPr/>
        </p:nvSpPr>
        <p:spPr>
          <a:xfrm>
            <a:off x="2666468" y="6661404"/>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3" name="Connector 37"/>
          <p:cNvCxnSpPr/>
          <p:nvPr/>
        </p:nvCxnSpPr>
        <p:spPr>
          <a:xfrm flipV="1">
            <a:off x="2026388" y="1289304"/>
            <a:ext cx="640080" cy="184251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4" name="Connector 38"/>
          <p:cNvCxnSpPr/>
          <p:nvPr/>
        </p:nvCxnSpPr>
        <p:spPr>
          <a:xfrm flipV="1">
            <a:off x="2026388" y="1490472"/>
            <a:ext cx="640080" cy="16413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5" name="Connector 39"/>
          <p:cNvCxnSpPr/>
          <p:nvPr/>
        </p:nvCxnSpPr>
        <p:spPr>
          <a:xfrm flipV="1">
            <a:off x="2026388" y="1691640"/>
            <a:ext cx="640080" cy="144018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6" name="Connector 40"/>
          <p:cNvCxnSpPr/>
          <p:nvPr/>
        </p:nvCxnSpPr>
        <p:spPr>
          <a:xfrm flipV="1">
            <a:off x="2026388" y="1892808"/>
            <a:ext cx="640080" cy="123901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7" name="Connector 41"/>
          <p:cNvCxnSpPr/>
          <p:nvPr/>
        </p:nvCxnSpPr>
        <p:spPr>
          <a:xfrm flipV="1">
            <a:off x="2026388" y="2093975"/>
            <a:ext cx="640080" cy="1037845"/>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8" name="Connector 42"/>
          <p:cNvCxnSpPr/>
          <p:nvPr/>
        </p:nvCxnSpPr>
        <p:spPr>
          <a:xfrm flipV="1">
            <a:off x="2026388" y="2295144"/>
            <a:ext cx="640080" cy="83667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9" name="Connector 43"/>
          <p:cNvCxnSpPr/>
          <p:nvPr/>
        </p:nvCxnSpPr>
        <p:spPr>
          <a:xfrm flipV="1">
            <a:off x="2026388" y="2496312"/>
            <a:ext cx="640080" cy="63550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0" name="Connector 44"/>
          <p:cNvCxnSpPr/>
          <p:nvPr/>
        </p:nvCxnSpPr>
        <p:spPr>
          <a:xfrm flipV="1">
            <a:off x="2026388" y="2697480"/>
            <a:ext cx="640080" cy="43434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1" name="Connector 45"/>
          <p:cNvCxnSpPr/>
          <p:nvPr/>
        </p:nvCxnSpPr>
        <p:spPr>
          <a:xfrm flipV="1">
            <a:off x="2026388" y="2898647"/>
            <a:ext cx="640080" cy="233173"/>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2" name="Connector 46"/>
          <p:cNvCxnSpPr/>
          <p:nvPr/>
        </p:nvCxnSpPr>
        <p:spPr>
          <a:xfrm flipV="1">
            <a:off x="2026388" y="3099816"/>
            <a:ext cx="640080" cy="3200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3" name="Connector 47"/>
          <p:cNvCxnSpPr/>
          <p:nvPr/>
        </p:nvCxnSpPr>
        <p:spPr>
          <a:xfrm>
            <a:off x="2026388" y="3131820"/>
            <a:ext cx="640080" cy="16916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4" name="Connector 48"/>
          <p:cNvCxnSpPr/>
          <p:nvPr/>
        </p:nvCxnSpPr>
        <p:spPr>
          <a:xfrm>
            <a:off x="2026388" y="3131820"/>
            <a:ext cx="640080" cy="37033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5" name="Connector 49"/>
          <p:cNvCxnSpPr/>
          <p:nvPr/>
        </p:nvCxnSpPr>
        <p:spPr>
          <a:xfrm>
            <a:off x="2026388" y="3131820"/>
            <a:ext cx="640080" cy="57150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6" name="Connector 50"/>
          <p:cNvCxnSpPr/>
          <p:nvPr/>
        </p:nvCxnSpPr>
        <p:spPr>
          <a:xfrm>
            <a:off x="2026388" y="3131820"/>
            <a:ext cx="640080" cy="77266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7" name="Connector 51"/>
          <p:cNvCxnSpPr/>
          <p:nvPr/>
        </p:nvCxnSpPr>
        <p:spPr>
          <a:xfrm>
            <a:off x="2026388" y="3131820"/>
            <a:ext cx="640080" cy="97383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8" name="Connector 52"/>
          <p:cNvCxnSpPr/>
          <p:nvPr/>
        </p:nvCxnSpPr>
        <p:spPr>
          <a:xfrm>
            <a:off x="2026388" y="3131820"/>
            <a:ext cx="640080" cy="117500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19" name="Connector 53"/>
          <p:cNvCxnSpPr/>
          <p:nvPr/>
        </p:nvCxnSpPr>
        <p:spPr>
          <a:xfrm>
            <a:off x="2026388" y="3131820"/>
            <a:ext cx="640080" cy="13761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0" name="Connector 54"/>
          <p:cNvCxnSpPr/>
          <p:nvPr/>
        </p:nvCxnSpPr>
        <p:spPr>
          <a:xfrm>
            <a:off x="2026388" y="3131820"/>
            <a:ext cx="640080" cy="157734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1" name="Connector 55"/>
          <p:cNvCxnSpPr/>
          <p:nvPr/>
        </p:nvCxnSpPr>
        <p:spPr>
          <a:xfrm>
            <a:off x="2026388" y="3131820"/>
            <a:ext cx="640080" cy="177850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2" name="Connector 56"/>
          <p:cNvCxnSpPr/>
          <p:nvPr/>
        </p:nvCxnSpPr>
        <p:spPr>
          <a:xfrm>
            <a:off x="2026388" y="3131820"/>
            <a:ext cx="640080" cy="197967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3" name="Connector 57"/>
          <p:cNvCxnSpPr/>
          <p:nvPr/>
        </p:nvCxnSpPr>
        <p:spPr>
          <a:xfrm>
            <a:off x="2026388" y="3131820"/>
            <a:ext cx="640080" cy="218084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4" name="Connector 58"/>
          <p:cNvCxnSpPr/>
          <p:nvPr/>
        </p:nvCxnSpPr>
        <p:spPr>
          <a:xfrm>
            <a:off x="2026388" y="3131820"/>
            <a:ext cx="640080" cy="238201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5" name="Connector 59"/>
          <p:cNvCxnSpPr/>
          <p:nvPr/>
        </p:nvCxnSpPr>
        <p:spPr>
          <a:xfrm>
            <a:off x="2026388" y="3131820"/>
            <a:ext cx="640080" cy="258318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6" name="Connector 60"/>
          <p:cNvCxnSpPr/>
          <p:nvPr/>
        </p:nvCxnSpPr>
        <p:spPr>
          <a:xfrm>
            <a:off x="2026388" y="3131820"/>
            <a:ext cx="640080" cy="27843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7" name="Connector 61"/>
          <p:cNvCxnSpPr/>
          <p:nvPr/>
        </p:nvCxnSpPr>
        <p:spPr>
          <a:xfrm>
            <a:off x="2026388" y="3131820"/>
            <a:ext cx="640080" cy="298551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8" name="Connector 62"/>
          <p:cNvCxnSpPr/>
          <p:nvPr/>
        </p:nvCxnSpPr>
        <p:spPr>
          <a:xfrm>
            <a:off x="2026388" y="3131820"/>
            <a:ext cx="640080" cy="318668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29" name="Connector 63"/>
          <p:cNvCxnSpPr/>
          <p:nvPr/>
        </p:nvCxnSpPr>
        <p:spPr>
          <a:xfrm>
            <a:off x="2026388" y="3131820"/>
            <a:ext cx="640080" cy="338785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30" name="Connector 64"/>
          <p:cNvCxnSpPr/>
          <p:nvPr/>
        </p:nvCxnSpPr>
        <p:spPr>
          <a:xfrm>
            <a:off x="2026388" y="3131820"/>
            <a:ext cx="640080" cy="358902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sp>
        <p:nvSpPr>
          <p:cNvPr id="128" name="Cerrar llave 127">
            <a:extLst>
              <a:ext uri="{FF2B5EF4-FFF2-40B4-BE49-F238E27FC236}">
                <a16:creationId xmlns:a16="http://schemas.microsoft.com/office/drawing/2014/main" id="{90C3DE87-AA7E-DF46-6B32-19936785A70C}"/>
              </a:ext>
            </a:extLst>
          </p:cNvPr>
          <p:cNvSpPr/>
          <p:nvPr/>
        </p:nvSpPr>
        <p:spPr>
          <a:xfrm rot="5400000">
            <a:off x="5385749" y="4035032"/>
            <a:ext cx="378522" cy="3353560"/>
          </a:xfrm>
          <a:prstGeom prst="rightBrace">
            <a:avLst>
              <a:gd name="adj1" fmla="val 97333"/>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grpSp>
        <p:nvGrpSpPr>
          <p:cNvPr id="153" name="Grupo 152">
            <a:extLst>
              <a:ext uri="{FF2B5EF4-FFF2-40B4-BE49-F238E27FC236}">
                <a16:creationId xmlns:a16="http://schemas.microsoft.com/office/drawing/2014/main" id="{3E0BDE37-A2FC-2FA0-F190-C653C5537881}"/>
              </a:ext>
            </a:extLst>
          </p:cNvPr>
          <p:cNvGrpSpPr/>
          <p:nvPr/>
        </p:nvGrpSpPr>
        <p:grpSpPr>
          <a:xfrm>
            <a:off x="7886436" y="1445653"/>
            <a:ext cx="1523395" cy="3867011"/>
            <a:chOff x="7560134" y="2033867"/>
            <a:chExt cx="1947672" cy="3922776"/>
          </a:xfrm>
        </p:grpSpPr>
        <p:sp>
          <p:nvSpPr>
            <p:cNvPr id="4" name="Oval 33"/>
            <p:cNvSpPr/>
            <p:nvPr/>
          </p:nvSpPr>
          <p:spPr>
            <a:xfrm>
              <a:off x="7560134" y="203386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34"/>
            <p:cNvSpPr/>
            <p:nvPr/>
          </p:nvSpPr>
          <p:spPr>
            <a:xfrm>
              <a:off x="7560134" y="232647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35"/>
            <p:cNvSpPr/>
            <p:nvPr/>
          </p:nvSpPr>
          <p:spPr>
            <a:xfrm>
              <a:off x="7560134" y="261908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36"/>
            <p:cNvSpPr/>
            <p:nvPr/>
          </p:nvSpPr>
          <p:spPr>
            <a:xfrm>
              <a:off x="7560134" y="291169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37"/>
            <p:cNvSpPr/>
            <p:nvPr/>
          </p:nvSpPr>
          <p:spPr>
            <a:xfrm>
              <a:off x="7560134" y="320429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38"/>
            <p:cNvSpPr/>
            <p:nvPr/>
          </p:nvSpPr>
          <p:spPr>
            <a:xfrm>
              <a:off x="7560134" y="349690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39"/>
            <p:cNvSpPr/>
            <p:nvPr/>
          </p:nvSpPr>
          <p:spPr>
            <a:xfrm>
              <a:off x="7560134" y="378951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40"/>
            <p:cNvSpPr/>
            <p:nvPr/>
          </p:nvSpPr>
          <p:spPr>
            <a:xfrm>
              <a:off x="7560134" y="408212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41"/>
            <p:cNvSpPr/>
            <p:nvPr/>
          </p:nvSpPr>
          <p:spPr>
            <a:xfrm>
              <a:off x="7560134" y="437473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42"/>
            <p:cNvSpPr/>
            <p:nvPr/>
          </p:nvSpPr>
          <p:spPr>
            <a:xfrm>
              <a:off x="7560134" y="466733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43"/>
            <p:cNvSpPr/>
            <p:nvPr/>
          </p:nvSpPr>
          <p:spPr>
            <a:xfrm>
              <a:off x="7560134" y="495994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44"/>
            <p:cNvSpPr/>
            <p:nvPr/>
          </p:nvSpPr>
          <p:spPr>
            <a:xfrm>
              <a:off x="7560134" y="525255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45"/>
            <p:cNvSpPr/>
            <p:nvPr/>
          </p:nvSpPr>
          <p:spPr>
            <a:xfrm>
              <a:off x="7560134" y="554516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46"/>
            <p:cNvSpPr/>
            <p:nvPr/>
          </p:nvSpPr>
          <p:spPr>
            <a:xfrm>
              <a:off x="7560134" y="583777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47"/>
            <p:cNvSpPr/>
            <p:nvPr/>
          </p:nvSpPr>
          <p:spPr>
            <a:xfrm>
              <a:off x="9388934" y="203386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48"/>
            <p:cNvSpPr/>
            <p:nvPr/>
          </p:nvSpPr>
          <p:spPr>
            <a:xfrm>
              <a:off x="9388934" y="232647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49"/>
            <p:cNvSpPr/>
            <p:nvPr/>
          </p:nvSpPr>
          <p:spPr>
            <a:xfrm>
              <a:off x="9388934" y="261908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50"/>
            <p:cNvSpPr/>
            <p:nvPr/>
          </p:nvSpPr>
          <p:spPr>
            <a:xfrm>
              <a:off x="9388934" y="291169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51"/>
            <p:cNvSpPr/>
            <p:nvPr/>
          </p:nvSpPr>
          <p:spPr>
            <a:xfrm>
              <a:off x="9388934" y="320429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52"/>
            <p:cNvSpPr/>
            <p:nvPr/>
          </p:nvSpPr>
          <p:spPr>
            <a:xfrm>
              <a:off x="9388934" y="349690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53"/>
            <p:cNvSpPr/>
            <p:nvPr/>
          </p:nvSpPr>
          <p:spPr>
            <a:xfrm>
              <a:off x="9388934" y="378951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54"/>
            <p:cNvSpPr/>
            <p:nvPr/>
          </p:nvSpPr>
          <p:spPr>
            <a:xfrm>
              <a:off x="9388934" y="408212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55"/>
            <p:cNvSpPr/>
            <p:nvPr/>
          </p:nvSpPr>
          <p:spPr>
            <a:xfrm>
              <a:off x="9388934" y="437473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56"/>
            <p:cNvSpPr/>
            <p:nvPr/>
          </p:nvSpPr>
          <p:spPr>
            <a:xfrm>
              <a:off x="9388934" y="4667339"/>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57"/>
            <p:cNvSpPr/>
            <p:nvPr/>
          </p:nvSpPr>
          <p:spPr>
            <a:xfrm>
              <a:off x="9388934" y="4959947"/>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58"/>
            <p:cNvSpPr/>
            <p:nvPr/>
          </p:nvSpPr>
          <p:spPr>
            <a:xfrm>
              <a:off x="9388934" y="5252555"/>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59"/>
            <p:cNvSpPr/>
            <p:nvPr/>
          </p:nvSpPr>
          <p:spPr>
            <a:xfrm>
              <a:off x="9388934" y="5545163"/>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60"/>
            <p:cNvSpPr/>
            <p:nvPr/>
          </p:nvSpPr>
          <p:spPr>
            <a:xfrm>
              <a:off x="9388934" y="5837771"/>
              <a:ext cx="118872" cy="118872"/>
            </a:xfrm>
            <a:prstGeom prst="ellipse">
              <a:avLst/>
            </a:prstGeom>
            <a:solidFill>
              <a:srgbClr val="D2EB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0" name="Connector 106"/>
            <p:cNvCxnSpPr/>
            <p:nvPr/>
          </p:nvCxnSpPr>
          <p:spPr>
            <a:xfrm>
              <a:off x="7679006" y="2093303"/>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29" name="Connector 107"/>
            <p:cNvCxnSpPr/>
            <p:nvPr/>
          </p:nvCxnSpPr>
          <p:spPr>
            <a:xfrm>
              <a:off x="7679006" y="2093303"/>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0" name="Connector 108"/>
            <p:cNvCxnSpPr/>
            <p:nvPr/>
          </p:nvCxnSpPr>
          <p:spPr>
            <a:xfrm>
              <a:off x="7679006" y="2093303"/>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1" name="Connector 109"/>
            <p:cNvCxnSpPr/>
            <p:nvPr/>
          </p:nvCxnSpPr>
          <p:spPr>
            <a:xfrm>
              <a:off x="7679006" y="2093303"/>
              <a:ext cx="1709928" cy="26334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2" name="Connector 110"/>
            <p:cNvCxnSpPr/>
            <p:nvPr/>
          </p:nvCxnSpPr>
          <p:spPr>
            <a:xfrm>
              <a:off x="7679006" y="2093303"/>
              <a:ext cx="1709928" cy="351129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3" name="Connector 111"/>
            <p:cNvCxnSpPr/>
            <p:nvPr/>
          </p:nvCxnSpPr>
          <p:spPr>
            <a:xfrm flipV="1">
              <a:off x="7679006" y="2093303"/>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4" name="Connector 112"/>
            <p:cNvCxnSpPr/>
            <p:nvPr/>
          </p:nvCxnSpPr>
          <p:spPr>
            <a:xfrm>
              <a:off x="7679006" y="2971127"/>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5" name="Connector 113"/>
            <p:cNvCxnSpPr/>
            <p:nvPr/>
          </p:nvCxnSpPr>
          <p:spPr>
            <a:xfrm>
              <a:off x="7679006" y="2971127"/>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6" name="Connector 114"/>
            <p:cNvCxnSpPr/>
            <p:nvPr/>
          </p:nvCxnSpPr>
          <p:spPr>
            <a:xfrm>
              <a:off x="7679006" y="2971127"/>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7" name="Connector 115"/>
            <p:cNvCxnSpPr/>
            <p:nvPr/>
          </p:nvCxnSpPr>
          <p:spPr>
            <a:xfrm>
              <a:off x="7679006" y="2971127"/>
              <a:ext cx="1709928" cy="26334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8" name="Connector 116"/>
            <p:cNvCxnSpPr/>
            <p:nvPr/>
          </p:nvCxnSpPr>
          <p:spPr>
            <a:xfrm flipV="1">
              <a:off x="7679006" y="2093303"/>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39" name="Connector 117"/>
            <p:cNvCxnSpPr/>
            <p:nvPr/>
          </p:nvCxnSpPr>
          <p:spPr>
            <a:xfrm flipV="1">
              <a:off x="7679006" y="2971127"/>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0" name="Connector 118"/>
            <p:cNvCxnSpPr/>
            <p:nvPr/>
          </p:nvCxnSpPr>
          <p:spPr>
            <a:xfrm>
              <a:off x="7679006" y="3848951"/>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1" name="Connector 119"/>
            <p:cNvCxnSpPr/>
            <p:nvPr/>
          </p:nvCxnSpPr>
          <p:spPr>
            <a:xfrm>
              <a:off x="7679006" y="3848951"/>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2" name="Connector 120"/>
            <p:cNvCxnSpPr/>
            <p:nvPr/>
          </p:nvCxnSpPr>
          <p:spPr>
            <a:xfrm>
              <a:off x="7679006" y="3848951"/>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3" name="Connector 121"/>
            <p:cNvCxnSpPr/>
            <p:nvPr/>
          </p:nvCxnSpPr>
          <p:spPr>
            <a:xfrm flipV="1">
              <a:off x="7679006" y="2093303"/>
              <a:ext cx="1709928" cy="26334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4" name="Connector 122"/>
            <p:cNvCxnSpPr/>
            <p:nvPr/>
          </p:nvCxnSpPr>
          <p:spPr>
            <a:xfrm flipV="1">
              <a:off x="7679006" y="2971127"/>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5" name="Connector 123"/>
            <p:cNvCxnSpPr/>
            <p:nvPr/>
          </p:nvCxnSpPr>
          <p:spPr>
            <a:xfrm flipV="1">
              <a:off x="7679006" y="3848951"/>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6" name="Connector 124"/>
            <p:cNvCxnSpPr/>
            <p:nvPr/>
          </p:nvCxnSpPr>
          <p:spPr>
            <a:xfrm>
              <a:off x="7679006" y="4726775"/>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7" name="Connector 125"/>
            <p:cNvCxnSpPr/>
            <p:nvPr/>
          </p:nvCxnSpPr>
          <p:spPr>
            <a:xfrm>
              <a:off x="7679006" y="4726775"/>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8" name="Connector 126"/>
            <p:cNvCxnSpPr/>
            <p:nvPr/>
          </p:nvCxnSpPr>
          <p:spPr>
            <a:xfrm flipV="1">
              <a:off x="7679006" y="2093303"/>
              <a:ext cx="1709928" cy="351129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49" name="Connector 127"/>
            <p:cNvCxnSpPr/>
            <p:nvPr/>
          </p:nvCxnSpPr>
          <p:spPr>
            <a:xfrm flipV="1">
              <a:off x="7679006" y="2971127"/>
              <a:ext cx="1709928" cy="26334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0" name="Connector 128"/>
            <p:cNvCxnSpPr/>
            <p:nvPr/>
          </p:nvCxnSpPr>
          <p:spPr>
            <a:xfrm flipV="1">
              <a:off x="7679006" y="3848951"/>
              <a:ext cx="1709928" cy="1755648"/>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1" name="Connector 129"/>
            <p:cNvCxnSpPr/>
            <p:nvPr/>
          </p:nvCxnSpPr>
          <p:spPr>
            <a:xfrm flipV="1">
              <a:off x="7679006" y="4726775"/>
              <a:ext cx="1709928" cy="87782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2" name="Connector 130"/>
            <p:cNvCxnSpPr/>
            <p:nvPr/>
          </p:nvCxnSpPr>
          <p:spPr>
            <a:xfrm>
              <a:off x="7679006" y="5604599"/>
              <a:ext cx="1709928" cy="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grpSp>
      <p:grpSp>
        <p:nvGrpSpPr>
          <p:cNvPr id="154" name="Grupo 153">
            <a:extLst>
              <a:ext uri="{FF2B5EF4-FFF2-40B4-BE49-F238E27FC236}">
                <a16:creationId xmlns:a16="http://schemas.microsoft.com/office/drawing/2014/main" id="{611E9136-A30C-7507-649E-649E763589F5}"/>
              </a:ext>
            </a:extLst>
          </p:cNvPr>
          <p:cNvGrpSpPr/>
          <p:nvPr/>
        </p:nvGrpSpPr>
        <p:grpSpPr>
          <a:xfrm>
            <a:off x="9442542" y="1143000"/>
            <a:ext cx="652869" cy="3929209"/>
            <a:chOff x="7360051" y="1102064"/>
            <a:chExt cx="3172968" cy="3927349"/>
          </a:xfrm>
        </p:grpSpPr>
        <p:cxnSp>
          <p:nvCxnSpPr>
            <p:cNvPr id="155" name="Connector 131"/>
            <p:cNvCxnSpPr/>
            <p:nvPr/>
          </p:nvCxnSpPr>
          <p:spPr>
            <a:xfrm flipV="1">
              <a:off x="7360051" y="1102064"/>
              <a:ext cx="3172968" cy="416053"/>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6" name="Connector 132"/>
            <p:cNvCxnSpPr/>
            <p:nvPr/>
          </p:nvCxnSpPr>
          <p:spPr>
            <a:xfrm>
              <a:off x="7360051" y="1518117"/>
              <a:ext cx="3172968" cy="55321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7" name="Connector 133"/>
            <p:cNvCxnSpPr/>
            <p:nvPr/>
          </p:nvCxnSpPr>
          <p:spPr>
            <a:xfrm>
              <a:off x="7360051" y="1518117"/>
              <a:ext cx="3172968" cy="152247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8" name="Connector 134"/>
            <p:cNvCxnSpPr/>
            <p:nvPr/>
          </p:nvCxnSpPr>
          <p:spPr>
            <a:xfrm>
              <a:off x="7360051" y="1518117"/>
              <a:ext cx="3172968" cy="249174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59" name="Connector 135"/>
            <p:cNvCxnSpPr/>
            <p:nvPr/>
          </p:nvCxnSpPr>
          <p:spPr>
            <a:xfrm>
              <a:off x="7360051" y="1518117"/>
              <a:ext cx="3172968" cy="346100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0" name="Connector 136"/>
            <p:cNvCxnSpPr/>
            <p:nvPr/>
          </p:nvCxnSpPr>
          <p:spPr>
            <a:xfrm flipV="1">
              <a:off x="7360051" y="1102064"/>
              <a:ext cx="3172968" cy="1293877"/>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1" name="Connector 137"/>
            <p:cNvCxnSpPr/>
            <p:nvPr/>
          </p:nvCxnSpPr>
          <p:spPr>
            <a:xfrm flipV="1">
              <a:off x="7360051" y="2071329"/>
              <a:ext cx="3172968" cy="32461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2" name="Connector 138"/>
            <p:cNvCxnSpPr/>
            <p:nvPr/>
          </p:nvCxnSpPr>
          <p:spPr>
            <a:xfrm>
              <a:off x="7360051" y="2395941"/>
              <a:ext cx="3172968" cy="64465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3" name="Connector 139"/>
            <p:cNvCxnSpPr/>
            <p:nvPr/>
          </p:nvCxnSpPr>
          <p:spPr>
            <a:xfrm>
              <a:off x="7360051" y="2395941"/>
              <a:ext cx="3172968" cy="161391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4" name="Connector 140"/>
            <p:cNvCxnSpPr/>
            <p:nvPr/>
          </p:nvCxnSpPr>
          <p:spPr>
            <a:xfrm>
              <a:off x="7360051" y="2395941"/>
              <a:ext cx="3172968" cy="258318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5" name="Connector 141"/>
            <p:cNvCxnSpPr/>
            <p:nvPr/>
          </p:nvCxnSpPr>
          <p:spPr>
            <a:xfrm flipV="1">
              <a:off x="7360051" y="1102064"/>
              <a:ext cx="3172968" cy="2171701"/>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6" name="Connector 142"/>
            <p:cNvCxnSpPr/>
            <p:nvPr/>
          </p:nvCxnSpPr>
          <p:spPr>
            <a:xfrm flipV="1">
              <a:off x="7360051" y="2071329"/>
              <a:ext cx="3172968" cy="120243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7" name="Connector 143"/>
            <p:cNvCxnSpPr/>
            <p:nvPr/>
          </p:nvCxnSpPr>
          <p:spPr>
            <a:xfrm flipV="1">
              <a:off x="7360051" y="3040593"/>
              <a:ext cx="3172968" cy="23317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8" name="Connector 144"/>
            <p:cNvCxnSpPr/>
            <p:nvPr/>
          </p:nvCxnSpPr>
          <p:spPr>
            <a:xfrm>
              <a:off x="7360051" y="3273765"/>
              <a:ext cx="3172968" cy="73609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69" name="Connector 145"/>
            <p:cNvCxnSpPr/>
            <p:nvPr/>
          </p:nvCxnSpPr>
          <p:spPr>
            <a:xfrm>
              <a:off x="7360051" y="3273765"/>
              <a:ext cx="3172968" cy="170535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70" name="Connector 146"/>
            <p:cNvCxnSpPr/>
            <p:nvPr/>
          </p:nvCxnSpPr>
          <p:spPr>
            <a:xfrm flipV="1">
              <a:off x="7360051" y="1102064"/>
              <a:ext cx="3172968" cy="3049525"/>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171" name="Connector 147"/>
            <p:cNvCxnSpPr/>
            <p:nvPr/>
          </p:nvCxnSpPr>
          <p:spPr>
            <a:xfrm flipV="1">
              <a:off x="7360051" y="2071329"/>
              <a:ext cx="3172968" cy="208026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0" name="Connector 148"/>
            <p:cNvCxnSpPr/>
            <p:nvPr/>
          </p:nvCxnSpPr>
          <p:spPr>
            <a:xfrm flipV="1">
              <a:off x="7360051" y="3040593"/>
              <a:ext cx="3172968" cy="111099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1" name="Connector 149"/>
            <p:cNvCxnSpPr/>
            <p:nvPr/>
          </p:nvCxnSpPr>
          <p:spPr>
            <a:xfrm flipV="1">
              <a:off x="7360051" y="4009857"/>
              <a:ext cx="3172968" cy="14173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02" name="Connector 150"/>
            <p:cNvCxnSpPr/>
            <p:nvPr/>
          </p:nvCxnSpPr>
          <p:spPr>
            <a:xfrm>
              <a:off x="7360051" y="4151589"/>
              <a:ext cx="3172968" cy="82753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31" name="Connector 151"/>
            <p:cNvCxnSpPr/>
            <p:nvPr/>
          </p:nvCxnSpPr>
          <p:spPr>
            <a:xfrm flipV="1">
              <a:off x="7360051" y="1102064"/>
              <a:ext cx="3172968" cy="3927349"/>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32" name="Connector 152"/>
            <p:cNvCxnSpPr/>
            <p:nvPr/>
          </p:nvCxnSpPr>
          <p:spPr>
            <a:xfrm flipV="1">
              <a:off x="7360051" y="2071329"/>
              <a:ext cx="3172968" cy="2958084"/>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33" name="Connector 153"/>
            <p:cNvCxnSpPr/>
            <p:nvPr/>
          </p:nvCxnSpPr>
          <p:spPr>
            <a:xfrm flipV="1">
              <a:off x="7360051" y="3040593"/>
              <a:ext cx="3172968" cy="1988820"/>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34" name="Connector 154"/>
            <p:cNvCxnSpPr/>
            <p:nvPr/>
          </p:nvCxnSpPr>
          <p:spPr>
            <a:xfrm flipV="1">
              <a:off x="7360051" y="4009857"/>
              <a:ext cx="3172968" cy="1019556"/>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cxnSp>
          <p:nvCxnSpPr>
            <p:cNvPr id="235" name="Connector 155"/>
            <p:cNvCxnSpPr/>
            <p:nvPr/>
          </p:nvCxnSpPr>
          <p:spPr>
            <a:xfrm flipV="1">
              <a:off x="7360051" y="4979121"/>
              <a:ext cx="3172968" cy="50292"/>
            </a:xfrm>
            <a:prstGeom prst="line">
              <a:avLst/>
            </a:prstGeom>
            <a:ln w="8890">
              <a:solidFill>
                <a:srgbClr val="EB7D23"/>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62FC363-4922-1E12-B758-6679EF378C1E}"/>
              </a:ext>
            </a:extLst>
          </p:cNvPr>
          <p:cNvPicPr>
            <a:picLocks noChangeAspect="1"/>
          </p:cNvPicPr>
          <p:nvPr/>
        </p:nvPicPr>
        <p:blipFill rotWithShape="1">
          <a:blip r:embed="rId2"/>
          <a:srcRect l="3238" r="62667" b="23978"/>
          <a:stretch/>
        </p:blipFill>
        <p:spPr>
          <a:xfrm>
            <a:off x="3822700" y="463897"/>
            <a:ext cx="2273300" cy="2743987"/>
          </a:xfrm>
          <a:prstGeom prst="rect">
            <a:avLst/>
          </a:prstGeom>
        </p:spPr>
      </p:pic>
      <p:sp>
        <p:nvSpPr>
          <p:cNvPr id="4" name="CuadroTexto 3">
            <a:extLst>
              <a:ext uri="{FF2B5EF4-FFF2-40B4-BE49-F238E27FC236}">
                <a16:creationId xmlns:a16="http://schemas.microsoft.com/office/drawing/2014/main" id="{00FA6251-8FAA-26BA-6757-0733975AA068}"/>
              </a:ext>
            </a:extLst>
          </p:cNvPr>
          <p:cNvSpPr txBox="1"/>
          <p:nvPr/>
        </p:nvSpPr>
        <p:spPr>
          <a:xfrm>
            <a:off x="5549900" y="72074"/>
            <a:ext cx="1092200" cy="523220"/>
          </a:xfrm>
          <a:prstGeom prst="rect">
            <a:avLst/>
          </a:prstGeom>
          <a:noFill/>
        </p:spPr>
        <p:txBody>
          <a:bodyPr wrap="square" rtlCol="0">
            <a:spAutoFit/>
          </a:bodyPr>
          <a:lstStyle/>
          <a:p>
            <a:r>
              <a:rPr lang="es-CO" sz="2800" b="1" dirty="0">
                <a:latin typeface="Eco Sans Bold"/>
              </a:rPr>
              <a:t>1960</a:t>
            </a:r>
            <a:endParaRPr lang="en-US" sz="2800" b="1" dirty="0">
              <a:latin typeface="Eco Sans Bold"/>
            </a:endParaRPr>
          </a:p>
        </p:txBody>
      </p:sp>
      <p:pic>
        <p:nvPicPr>
          <p:cNvPr id="7" name="Imagen 6">
            <a:extLst>
              <a:ext uri="{FF2B5EF4-FFF2-40B4-BE49-F238E27FC236}">
                <a16:creationId xmlns:a16="http://schemas.microsoft.com/office/drawing/2014/main" id="{A45B0DB4-2CE5-838B-2F06-169EC357D5D4}"/>
              </a:ext>
            </a:extLst>
          </p:cNvPr>
          <p:cNvPicPr>
            <a:picLocks noChangeAspect="1"/>
          </p:cNvPicPr>
          <p:nvPr/>
        </p:nvPicPr>
        <p:blipFill rotWithShape="1">
          <a:blip r:embed="rId2"/>
          <a:srcRect l="62667" r="3238" b="23978"/>
          <a:stretch/>
        </p:blipFill>
        <p:spPr>
          <a:xfrm>
            <a:off x="6235700" y="504802"/>
            <a:ext cx="2273300" cy="2743987"/>
          </a:xfrm>
          <a:prstGeom prst="rect">
            <a:avLst/>
          </a:prstGeom>
        </p:spPr>
      </p:pic>
      <p:pic>
        <p:nvPicPr>
          <p:cNvPr id="8" name="Imagen 7">
            <a:extLst>
              <a:ext uri="{FF2B5EF4-FFF2-40B4-BE49-F238E27FC236}">
                <a16:creationId xmlns:a16="http://schemas.microsoft.com/office/drawing/2014/main" id="{461B9D51-26AC-500E-C441-558F50639C8C}"/>
              </a:ext>
            </a:extLst>
          </p:cNvPr>
          <p:cNvPicPr>
            <a:picLocks noChangeAspect="1"/>
          </p:cNvPicPr>
          <p:nvPr/>
        </p:nvPicPr>
        <p:blipFill rotWithShape="1">
          <a:blip r:embed="rId2"/>
          <a:srcRect l="8381" t="74444" r="69714"/>
          <a:stretch/>
        </p:blipFill>
        <p:spPr>
          <a:xfrm>
            <a:off x="2362200" y="806103"/>
            <a:ext cx="1460500" cy="922435"/>
          </a:xfrm>
          <a:prstGeom prst="rect">
            <a:avLst/>
          </a:prstGeom>
        </p:spPr>
      </p:pic>
      <p:pic>
        <p:nvPicPr>
          <p:cNvPr id="9" name="Imagen 8">
            <a:extLst>
              <a:ext uri="{FF2B5EF4-FFF2-40B4-BE49-F238E27FC236}">
                <a16:creationId xmlns:a16="http://schemas.microsoft.com/office/drawing/2014/main" id="{DDC3DD6B-EDA9-7970-CDAA-69D20CC8CEE7}"/>
              </a:ext>
            </a:extLst>
          </p:cNvPr>
          <p:cNvPicPr>
            <a:picLocks noChangeAspect="1"/>
          </p:cNvPicPr>
          <p:nvPr/>
        </p:nvPicPr>
        <p:blipFill rotWithShape="1">
          <a:blip r:embed="rId2"/>
          <a:srcRect l="71430" t="76467" r="8761"/>
          <a:stretch/>
        </p:blipFill>
        <p:spPr>
          <a:xfrm>
            <a:off x="8623300" y="774700"/>
            <a:ext cx="1320800" cy="849419"/>
          </a:xfrm>
          <a:prstGeom prst="rect">
            <a:avLst/>
          </a:prstGeom>
        </p:spPr>
      </p:pic>
      <p:grpSp>
        <p:nvGrpSpPr>
          <p:cNvPr id="16" name="Grupo 15">
            <a:extLst>
              <a:ext uri="{FF2B5EF4-FFF2-40B4-BE49-F238E27FC236}">
                <a16:creationId xmlns:a16="http://schemas.microsoft.com/office/drawing/2014/main" id="{E5D4ABCC-DB12-B7D1-67A6-239A5A80189C}"/>
              </a:ext>
            </a:extLst>
          </p:cNvPr>
          <p:cNvGrpSpPr/>
          <p:nvPr/>
        </p:nvGrpSpPr>
        <p:grpSpPr>
          <a:xfrm>
            <a:off x="2819400" y="3202345"/>
            <a:ext cx="7797800" cy="2743987"/>
            <a:chOff x="2819400" y="3202345"/>
            <a:chExt cx="7797800" cy="2743987"/>
          </a:xfrm>
        </p:grpSpPr>
        <p:pic>
          <p:nvPicPr>
            <p:cNvPr id="6" name="Imagen 5">
              <a:extLst>
                <a:ext uri="{FF2B5EF4-FFF2-40B4-BE49-F238E27FC236}">
                  <a16:creationId xmlns:a16="http://schemas.microsoft.com/office/drawing/2014/main" id="{E675D6EB-0121-0FCD-E9C4-3BC9B80A4B4D}"/>
                </a:ext>
              </a:extLst>
            </p:cNvPr>
            <p:cNvPicPr>
              <a:picLocks noChangeAspect="1"/>
            </p:cNvPicPr>
            <p:nvPr/>
          </p:nvPicPr>
          <p:blipFill>
            <a:blip r:embed="rId3"/>
            <a:stretch>
              <a:fillRect/>
            </a:stretch>
          </p:blipFill>
          <p:spPr>
            <a:xfrm>
              <a:off x="3111501" y="3202345"/>
              <a:ext cx="5689600" cy="2743987"/>
            </a:xfrm>
            <a:prstGeom prst="rect">
              <a:avLst/>
            </a:prstGeom>
          </p:spPr>
        </p:pic>
        <p:sp>
          <p:nvSpPr>
            <p:cNvPr id="11" name="CuadroTexto 10">
              <a:extLst>
                <a:ext uri="{FF2B5EF4-FFF2-40B4-BE49-F238E27FC236}">
                  <a16:creationId xmlns:a16="http://schemas.microsoft.com/office/drawing/2014/main" id="{D4322371-C8C4-5004-EAE2-7B33F94C8BCD}"/>
                </a:ext>
              </a:extLst>
            </p:cNvPr>
            <p:cNvSpPr txBox="1"/>
            <p:nvPr/>
          </p:nvSpPr>
          <p:spPr>
            <a:xfrm>
              <a:off x="8693150" y="3583811"/>
              <a:ext cx="1924050" cy="830997"/>
            </a:xfrm>
            <a:prstGeom prst="rect">
              <a:avLst/>
            </a:prstGeom>
            <a:noFill/>
          </p:spPr>
          <p:txBody>
            <a:bodyPr wrap="square">
              <a:spAutoFit/>
            </a:bodyPr>
            <a:lstStyle/>
            <a:p>
              <a:pPr algn="just"/>
              <a:r>
                <a:rPr lang="en-US" sz="2400" dirty="0" err="1">
                  <a:latin typeface="Eco Sans Bold"/>
                </a:rPr>
                <a:t>Corteza</a:t>
              </a:r>
              <a:r>
                <a:rPr lang="en-US" sz="2400" dirty="0">
                  <a:latin typeface="Eco Sans Bold"/>
                </a:rPr>
                <a:t> visual occipital</a:t>
              </a:r>
            </a:p>
          </p:txBody>
        </p:sp>
        <p:sp>
          <p:nvSpPr>
            <p:cNvPr id="13" name="CuadroTexto 12">
              <a:extLst>
                <a:ext uri="{FF2B5EF4-FFF2-40B4-BE49-F238E27FC236}">
                  <a16:creationId xmlns:a16="http://schemas.microsoft.com/office/drawing/2014/main" id="{5DBFE0E8-F4A6-DDEA-AD14-4069502B3444}"/>
                </a:ext>
              </a:extLst>
            </p:cNvPr>
            <p:cNvSpPr txBox="1"/>
            <p:nvPr/>
          </p:nvSpPr>
          <p:spPr>
            <a:xfrm>
              <a:off x="2819400" y="4091642"/>
              <a:ext cx="1003300" cy="830997"/>
            </a:xfrm>
            <a:prstGeom prst="rect">
              <a:avLst/>
            </a:prstGeom>
            <a:noFill/>
          </p:spPr>
          <p:txBody>
            <a:bodyPr wrap="square">
              <a:spAutoFit/>
            </a:bodyPr>
            <a:lstStyle/>
            <a:p>
              <a:pPr algn="ctr"/>
              <a:r>
                <a:rPr lang="en-US" sz="2400" b="1" dirty="0">
                  <a:latin typeface="Eco Sans Bold"/>
                </a:rPr>
                <a:t>Ojo </a:t>
              </a:r>
            </a:p>
            <a:p>
              <a:pPr algn="ctr"/>
              <a:r>
                <a:rPr lang="es-CO" sz="2400" b="1" dirty="0">
                  <a:latin typeface="Eco Sans Bold"/>
                </a:rPr>
                <a:t>retina</a:t>
              </a:r>
            </a:p>
          </p:txBody>
        </p:sp>
        <p:sp>
          <p:nvSpPr>
            <p:cNvPr id="15" name="CuadroTexto 14">
              <a:extLst>
                <a:ext uri="{FF2B5EF4-FFF2-40B4-BE49-F238E27FC236}">
                  <a16:creationId xmlns:a16="http://schemas.microsoft.com/office/drawing/2014/main" id="{2472D527-913C-C985-9B97-35F78AE051A4}"/>
                </a:ext>
              </a:extLst>
            </p:cNvPr>
            <p:cNvSpPr txBox="1"/>
            <p:nvPr/>
          </p:nvSpPr>
          <p:spPr>
            <a:xfrm>
              <a:off x="5880100" y="3638141"/>
              <a:ext cx="1568450" cy="830997"/>
            </a:xfrm>
            <a:prstGeom prst="rect">
              <a:avLst/>
            </a:prstGeom>
            <a:noFill/>
          </p:spPr>
          <p:txBody>
            <a:bodyPr wrap="square">
              <a:spAutoFit/>
            </a:bodyPr>
            <a:lstStyle/>
            <a:p>
              <a:pPr algn="ctr"/>
              <a:r>
                <a:rPr lang="es-CO" sz="2400" b="1" dirty="0">
                  <a:solidFill>
                    <a:schemeClr val="bg1"/>
                  </a:solidFill>
                  <a:latin typeface="Eco Sans Bold"/>
                </a:rPr>
                <a:t>Nervio óptico</a:t>
              </a:r>
            </a:p>
          </p:txBody>
        </p:sp>
      </p:grpSp>
    </p:spTree>
    <p:extLst>
      <p:ext uri="{BB962C8B-B14F-4D97-AF65-F5344CB8AC3E}">
        <p14:creationId xmlns:p14="http://schemas.microsoft.com/office/powerpoint/2010/main" val="954695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73D94638-AD0C-9463-D19E-2E9727706C3D}"/>
              </a:ext>
            </a:extLst>
          </p:cNvPr>
          <p:cNvGrpSpPr/>
          <p:nvPr/>
        </p:nvGrpSpPr>
        <p:grpSpPr>
          <a:xfrm>
            <a:off x="2540000" y="154345"/>
            <a:ext cx="7797800" cy="2743987"/>
            <a:chOff x="2819400" y="3202345"/>
            <a:chExt cx="7797800" cy="2743987"/>
          </a:xfrm>
        </p:grpSpPr>
        <p:pic>
          <p:nvPicPr>
            <p:cNvPr id="3" name="Imagen 2">
              <a:extLst>
                <a:ext uri="{FF2B5EF4-FFF2-40B4-BE49-F238E27FC236}">
                  <a16:creationId xmlns:a16="http://schemas.microsoft.com/office/drawing/2014/main" id="{D2F0F10D-F269-88F6-1FD6-7CFA916E8A1E}"/>
                </a:ext>
              </a:extLst>
            </p:cNvPr>
            <p:cNvPicPr>
              <a:picLocks noChangeAspect="1"/>
            </p:cNvPicPr>
            <p:nvPr/>
          </p:nvPicPr>
          <p:blipFill>
            <a:blip r:embed="rId2"/>
            <a:stretch>
              <a:fillRect/>
            </a:stretch>
          </p:blipFill>
          <p:spPr>
            <a:xfrm>
              <a:off x="3111501" y="3202345"/>
              <a:ext cx="5689600" cy="2743987"/>
            </a:xfrm>
            <a:prstGeom prst="rect">
              <a:avLst/>
            </a:prstGeom>
          </p:spPr>
        </p:pic>
        <p:sp>
          <p:nvSpPr>
            <p:cNvPr id="4" name="CuadroTexto 3">
              <a:extLst>
                <a:ext uri="{FF2B5EF4-FFF2-40B4-BE49-F238E27FC236}">
                  <a16:creationId xmlns:a16="http://schemas.microsoft.com/office/drawing/2014/main" id="{B207D9C6-EC35-C7E7-171D-D20D43D89A46}"/>
                </a:ext>
              </a:extLst>
            </p:cNvPr>
            <p:cNvSpPr txBox="1"/>
            <p:nvPr/>
          </p:nvSpPr>
          <p:spPr>
            <a:xfrm>
              <a:off x="8693150" y="3583811"/>
              <a:ext cx="1924050" cy="830997"/>
            </a:xfrm>
            <a:prstGeom prst="rect">
              <a:avLst/>
            </a:prstGeom>
            <a:noFill/>
          </p:spPr>
          <p:txBody>
            <a:bodyPr wrap="square">
              <a:spAutoFit/>
            </a:bodyPr>
            <a:lstStyle/>
            <a:p>
              <a:pPr algn="ctr"/>
              <a:r>
                <a:rPr lang="es-CO" sz="2400" dirty="0">
                  <a:latin typeface="Eco Sans Bold"/>
                </a:rPr>
                <a:t>Corteza visual occipital</a:t>
              </a:r>
            </a:p>
          </p:txBody>
        </p:sp>
        <p:sp>
          <p:nvSpPr>
            <p:cNvPr id="5" name="CuadroTexto 4">
              <a:extLst>
                <a:ext uri="{FF2B5EF4-FFF2-40B4-BE49-F238E27FC236}">
                  <a16:creationId xmlns:a16="http://schemas.microsoft.com/office/drawing/2014/main" id="{A081EC8F-A917-70BE-F70D-BA3708A8B28A}"/>
                </a:ext>
              </a:extLst>
            </p:cNvPr>
            <p:cNvSpPr txBox="1"/>
            <p:nvPr/>
          </p:nvSpPr>
          <p:spPr>
            <a:xfrm>
              <a:off x="2819400" y="4091642"/>
              <a:ext cx="1003300" cy="830997"/>
            </a:xfrm>
            <a:prstGeom prst="rect">
              <a:avLst/>
            </a:prstGeom>
            <a:noFill/>
          </p:spPr>
          <p:txBody>
            <a:bodyPr wrap="square">
              <a:spAutoFit/>
            </a:bodyPr>
            <a:lstStyle/>
            <a:p>
              <a:pPr algn="ctr"/>
              <a:r>
                <a:rPr lang="en-US" sz="2400" b="1" dirty="0">
                  <a:latin typeface="Eco Sans Bold"/>
                </a:rPr>
                <a:t>Ojo </a:t>
              </a:r>
            </a:p>
            <a:p>
              <a:pPr algn="ctr"/>
              <a:r>
                <a:rPr lang="es-CO" sz="2400" b="1" dirty="0">
                  <a:latin typeface="Eco Sans Bold"/>
                </a:rPr>
                <a:t>retina</a:t>
              </a:r>
            </a:p>
          </p:txBody>
        </p:sp>
        <p:sp>
          <p:nvSpPr>
            <p:cNvPr id="6" name="CuadroTexto 5">
              <a:extLst>
                <a:ext uri="{FF2B5EF4-FFF2-40B4-BE49-F238E27FC236}">
                  <a16:creationId xmlns:a16="http://schemas.microsoft.com/office/drawing/2014/main" id="{29E0B115-9EEA-0DBE-14F4-C07C759489AF}"/>
                </a:ext>
              </a:extLst>
            </p:cNvPr>
            <p:cNvSpPr txBox="1"/>
            <p:nvPr/>
          </p:nvSpPr>
          <p:spPr>
            <a:xfrm>
              <a:off x="5880100" y="3638141"/>
              <a:ext cx="1568450" cy="830997"/>
            </a:xfrm>
            <a:prstGeom prst="rect">
              <a:avLst/>
            </a:prstGeom>
            <a:noFill/>
          </p:spPr>
          <p:txBody>
            <a:bodyPr wrap="square">
              <a:spAutoFit/>
            </a:bodyPr>
            <a:lstStyle/>
            <a:p>
              <a:pPr algn="ctr"/>
              <a:r>
                <a:rPr lang="es-CO" sz="2400" b="1" dirty="0">
                  <a:solidFill>
                    <a:schemeClr val="bg1"/>
                  </a:solidFill>
                  <a:latin typeface="Eco Sans Bold"/>
                </a:rPr>
                <a:t>Nervio óptico</a:t>
              </a:r>
            </a:p>
          </p:txBody>
        </p:sp>
      </p:grpSp>
      <p:pic>
        <p:nvPicPr>
          <p:cNvPr id="8" name="Imagen 7">
            <a:extLst>
              <a:ext uri="{FF2B5EF4-FFF2-40B4-BE49-F238E27FC236}">
                <a16:creationId xmlns:a16="http://schemas.microsoft.com/office/drawing/2014/main" id="{0BD12E03-9A16-3AC3-0E70-5F02823F3DA6}"/>
              </a:ext>
            </a:extLst>
          </p:cNvPr>
          <p:cNvPicPr>
            <a:picLocks noChangeAspect="1"/>
          </p:cNvPicPr>
          <p:nvPr/>
        </p:nvPicPr>
        <p:blipFill rotWithShape="1">
          <a:blip r:embed="rId3"/>
          <a:srcRect r="51386"/>
          <a:stretch/>
        </p:blipFill>
        <p:spPr>
          <a:xfrm>
            <a:off x="993776" y="1421138"/>
            <a:ext cx="1657350" cy="1704607"/>
          </a:xfrm>
          <a:prstGeom prst="rect">
            <a:avLst/>
          </a:prstGeom>
        </p:spPr>
      </p:pic>
      <p:pic>
        <p:nvPicPr>
          <p:cNvPr id="9" name="Imagen 8">
            <a:extLst>
              <a:ext uri="{FF2B5EF4-FFF2-40B4-BE49-F238E27FC236}">
                <a16:creationId xmlns:a16="http://schemas.microsoft.com/office/drawing/2014/main" id="{B7E32ADE-9EA1-393E-21CD-CE0675289418}"/>
              </a:ext>
            </a:extLst>
          </p:cNvPr>
          <p:cNvPicPr>
            <a:picLocks noChangeAspect="1"/>
          </p:cNvPicPr>
          <p:nvPr/>
        </p:nvPicPr>
        <p:blipFill rotWithShape="1">
          <a:blip r:embed="rId3"/>
          <a:srcRect l="48417" r="-1"/>
          <a:stretch/>
        </p:blipFill>
        <p:spPr>
          <a:xfrm>
            <a:off x="8606087" y="1384012"/>
            <a:ext cx="2044245" cy="1981465"/>
          </a:xfrm>
          <a:prstGeom prst="rect">
            <a:avLst/>
          </a:prstGeom>
        </p:spPr>
      </p:pic>
      <p:sp>
        <p:nvSpPr>
          <p:cNvPr id="13" name="CuadroTexto 12">
            <a:extLst>
              <a:ext uri="{FF2B5EF4-FFF2-40B4-BE49-F238E27FC236}">
                <a16:creationId xmlns:a16="http://schemas.microsoft.com/office/drawing/2014/main" id="{06F29BDD-836B-EB4B-1BE0-C84D1A21B6A2}"/>
              </a:ext>
            </a:extLst>
          </p:cNvPr>
          <p:cNvSpPr txBox="1"/>
          <p:nvPr/>
        </p:nvSpPr>
        <p:spPr>
          <a:xfrm>
            <a:off x="5054600" y="3073400"/>
            <a:ext cx="1866900" cy="369332"/>
          </a:xfrm>
          <a:prstGeom prst="rect">
            <a:avLst/>
          </a:prstGeom>
          <a:noFill/>
        </p:spPr>
        <p:txBody>
          <a:bodyPr wrap="square">
            <a:spAutoFit/>
          </a:bodyPr>
          <a:lstStyle/>
          <a:p>
            <a:r>
              <a:rPr lang="en-US" b="1" dirty="0"/>
              <a:t>VISIÓN HUMANA </a:t>
            </a:r>
          </a:p>
        </p:txBody>
      </p:sp>
      <p:sp>
        <p:nvSpPr>
          <p:cNvPr id="15" name="CuadroTexto 14">
            <a:extLst>
              <a:ext uri="{FF2B5EF4-FFF2-40B4-BE49-F238E27FC236}">
                <a16:creationId xmlns:a16="http://schemas.microsoft.com/office/drawing/2014/main" id="{3C65F207-5113-381F-1C73-98385E019D97}"/>
              </a:ext>
            </a:extLst>
          </p:cNvPr>
          <p:cNvSpPr txBox="1"/>
          <p:nvPr/>
        </p:nvSpPr>
        <p:spPr>
          <a:xfrm>
            <a:off x="1921375" y="3741128"/>
            <a:ext cx="1892300" cy="646331"/>
          </a:xfrm>
          <a:prstGeom prst="rect">
            <a:avLst/>
          </a:prstGeom>
          <a:noFill/>
        </p:spPr>
        <p:txBody>
          <a:bodyPr wrap="square">
            <a:spAutoFit/>
          </a:bodyPr>
          <a:lstStyle/>
          <a:p>
            <a:pPr algn="ctr"/>
            <a:r>
              <a:rPr lang="en-US" dirty="0"/>
              <a:t>PROCESAMIENTO                          INICIAL                       </a:t>
            </a:r>
          </a:p>
        </p:txBody>
      </p:sp>
      <p:sp>
        <p:nvSpPr>
          <p:cNvPr id="17" name="CuadroTexto 16">
            <a:extLst>
              <a:ext uri="{FF2B5EF4-FFF2-40B4-BE49-F238E27FC236}">
                <a16:creationId xmlns:a16="http://schemas.microsoft.com/office/drawing/2014/main" id="{FF5BB190-66D0-ABE9-B016-F01F6AD511CC}"/>
              </a:ext>
            </a:extLst>
          </p:cNvPr>
          <p:cNvSpPr txBox="1"/>
          <p:nvPr/>
        </p:nvSpPr>
        <p:spPr>
          <a:xfrm>
            <a:off x="460076" y="3880828"/>
            <a:ext cx="1274433" cy="369332"/>
          </a:xfrm>
          <a:prstGeom prst="rect">
            <a:avLst/>
          </a:prstGeom>
          <a:noFill/>
        </p:spPr>
        <p:txBody>
          <a:bodyPr wrap="square">
            <a:spAutoFit/>
          </a:bodyPr>
          <a:lstStyle/>
          <a:p>
            <a:r>
              <a:rPr lang="en-US" dirty="0"/>
              <a:t>👁️</a:t>
            </a:r>
            <a:r>
              <a:rPr lang="en-US" b="1" dirty="0">
                <a:solidFill>
                  <a:schemeClr val="accent5">
                    <a:lumMod val="50000"/>
                  </a:schemeClr>
                </a:solidFill>
              </a:rPr>
              <a:t> </a:t>
            </a:r>
            <a:r>
              <a:rPr lang="en-US" b="1" dirty="0">
                <a:solidFill>
                  <a:schemeClr val="accent5">
                    <a:lumMod val="50000"/>
                  </a:schemeClr>
                </a:solidFill>
                <a:latin typeface="Eco Sans Bold"/>
              </a:rPr>
              <a:t>RETINA </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1696C571-E025-1043-03E6-D854913BB448}"/>
                  </a:ext>
                </a:extLst>
              </p:cNvPr>
              <p:cNvSpPr txBox="1"/>
              <p:nvPr/>
            </p:nvSpPr>
            <p:spPr>
              <a:xfrm>
                <a:off x="1630993" y="3868348"/>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19" name="CuadroTexto 18">
                <a:extLst>
                  <a:ext uri="{FF2B5EF4-FFF2-40B4-BE49-F238E27FC236}">
                    <a16:creationId xmlns:a16="http://schemas.microsoft.com/office/drawing/2014/main" id="{1696C571-E025-1043-03E6-D854913BB448}"/>
                  </a:ext>
                </a:extLst>
              </p:cNvPr>
              <p:cNvSpPr txBox="1">
                <a:spLocks noRot="1" noChangeAspect="1" noMove="1" noResize="1" noEditPoints="1" noAdjustHandles="1" noChangeArrowheads="1" noChangeShapeType="1" noTextEdit="1"/>
              </p:cNvSpPr>
              <p:nvPr/>
            </p:nvSpPr>
            <p:spPr>
              <a:xfrm>
                <a:off x="1630993" y="3868348"/>
                <a:ext cx="382916" cy="369332"/>
              </a:xfrm>
              <a:prstGeom prst="rect">
                <a:avLst/>
              </a:prstGeom>
              <a:blipFill>
                <a:blip r:embed="rId4"/>
                <a:stretch>
                  <a:fillRect t="-10000" r="-27419"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3C90B1B7-B92F-9462-6240-2FD0429195CC}"/>
                  </a:ext>
                </a:extLst>
              </p:cNvPr>
              <p:cNvSpPr txBox="1"/>
              <p:nvPr/>
            </p:nvSpPr>
            <p:spPr>
              <a:xfrm>
                <a:off x="3736976" y="3860393"/>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20" name="CuadroTexto 19">
                <a:extLst>
                  <a:ext uri="{FF2B5EF4-FFF2-40B4-BE49-F238E27FC236}">
                    <a16:creationId xmlns:a16="http://schemas.microsoft.com/office/drawing/2014/main" id="{3C90B1B7-B92F-9462-6240-2FD0429195CC}"/>
                  </a:ext>
                </a:extLst>
              </p:cNvPr>
              <p:cNvSpPr txBox="1">
                <a:spLocks noRot="1" noChangeAspect="1" noMove="1" noResize="1" noEditPoints="1" noAdjustHandles="1" noChangeArrowheads="1" noChangeShapeType="1" noTextEdit="1"/>
              </p:cNvSpPr>
              <p:nvPr/>
            </p:nvSpPr>
            <p:spPr>
              <a:xfrm>
                <a:off x="3736976" y="3860393"/>
                <a:ext cx="382916" cy="369332"/>
              </a:xfrm>
              <a:prstGeom prst="rect">
                <a:avLst/>
              </a:prstGeom>
              <a:blipFill>
                <a:blip r:embed="rId5"/>
                <a:stretch>
                  <a:fillRect/>
                </a:stretch>
              </a:blipFill>
            </p:spPr>
            <p:txBody>
              <a:bodyPr/>
              <a:lstStyle/>
              <a:p>
                <a:r>
                  <a:rPr lang="en-US">
                    <a:noFill/>
                  </a:rPr>
                  <a:t> </a:t>
                </a:r>
              </a:p>
            </p:txBody>
          </p:sp>
        </mc:Fallback>
      </mc:AlternateContent>
      <p:sp>
        <p:nvSpPr>
          <p:cNvPr id="22" name="CuadroTexto 21">
            <a:extLst>
              <a:ext uri="{FF2B5EF4-FFF2-40B4-BE49-F238E27FC236}">
                <a16:creationId xmlns:a16="http://schemas.microsoft.com/office/drawing/2014/main" id="{08AD6798-ED11-E574-ECCC-BF8BF0F37E3E}"/>
              </a:ext>
            </a:extLst>
          </p:cNvPr>
          <p:cNvSpPr txBox="1"/>
          <p:nvPr/>
        </p:nvSpPr>
        <p:spPr>
          <a:xfrm>
            <a:off x="4000541" y="3741128"/>
            <a:ext cx="1892300" cy="646331"/>
          </a:xfrm>
          <a:prstGeom prst="rect">
            <a:avLst/>
          </a:prstGeom>
          <a:noFill/>
        </p:spPr>
        <p:txBody>
          <a:bodyPr wrap="square">
            <a:spAutoFit/>
          </a:bodyPr>
          <a:lstStyle/>
          <a:p>
            <a:pPr algn="ctr"/>
            <a:r>
              <a:rPr lang="en-US" dirty="0"/>
              <a:t>CARACTERÍSTICAS SIMPLES</a:t>
            </a:r>
          </a:p>
        </p:txBody>
      </p:sp>
      <p:sp>
        <p:nvSpPr>
          <p:cNvPr id="24" name="CuadroTexto 23">
            <a:extLst>
              <a:ext uri="{FF2B5EF4-FFF2-40B4-BE49-F238E27FC236}">
                <a16:creationId xmlns:a16="http://schemas.microsoft.com/office/drawing/2014/main" id="{3338AB72-D37E-23A3-54C2-35E899FF2885}"/>
              </a:ext>
            </a:extLst>
          </p:cNvPr>
          <p:cNvSpPr txBox="1"/>
          <p:nvPr/>
        </p:nvSpPr>
        <p:spPr>
          <a:xfrm>
            <a:off x="6079707" y="3741128"/>
            <a:ext cx="1892300" cy="646331"/>
          </a:xfrm>
          <a:prstGeom prst="rect">
            <a:avLst/>
          </a:prstGeom>
          <a:noFill/>
        </p:spPr>
        <p:txBody>
          <a:bodyPr wrap="square">
            <a:spAutoFit/>
          </a:bodyPr>
          <a:lstStyle/>
          <a:p>
            <a:pPr algn="ctr"/>
            <a:r>
              <a:rPr lang="en-US" dirty="0"/>
              <a:t>CARACTERÍSTICAS INTERMEDIAS</a:t>
            </a:r>
          </a:p>
        </p:txBody>
      </p:sp>
      <p:sp>
        <p:nvSpPr>
          <p:cNvPr id="26" name="CuadroTexto 25">
            <a:extLst>
              <a:ext uri="{FF2B5EF4-FFF2-40B4-BE49-F238E27FC236}">
                <a16:creationId xmlns:a16="http://schemas.microsoft.com/office/drawing/2014/main" id="{06ED76FB-7AC6-47A3-F1E0-44B5E91F233D}"/>
              </a:ext>
            </a:extLst>
          </p:cNvPr>
          <p:cNvSpPr txBox="1"/>
          <p:nvPr/>
        </p:nvSpPr>
        <p:spPr>
          <a:xfrm>
            <a:off x="8158873" y="3741128"/>
            <a:ext cx="1892300" cy="646330"/>
          </a:xfrm>
          <a:prstGeom prst="rect">
            <a:avLst/>
          </a:prstGeom>
          <a:noFill/>
        </p:spPr>
        <p:txBody>
          <a:bodyPr wrap="square">
            <a:spAutoFit/>
          </a:bodyPr>
          <a:lstStyle/>
          <a:p>
            <a:pPr algn="ctr"/>
            <a:r>
              <a:rPr lang="en-US" dirty="0"/>
              <a:t>CARACTERÍSTICAS COMPLEJAS </a:t>
            </a:r>
          </a:p>
        </p:txBody>
      </p:sp>
      <p:sp>
        <p:nvSpPr>
          <p:cNvPr id="28" name="CuadroTexto 27">
            <a:extLst>
              <a:ext uri="{FF2B5EF4-FFF2-40B4-BE49-F238E27FC236}">
                <a16:creationId xmlns:a16="http://schemas.microsoft.com/office/drawing/2014/main" id="{AEDF4824-A7D8-2D51-6926-B24BEC7DEB34}"/>
              </a:ext>
            </a:extLst>
          </p:cNvPr>
          <p:cNvSpPr txBox="1"/>
          <p:nvPr/>
        </p:nvSpPr>
        <p:spPr>
          <a:xfrm>
            <a:off x="10238038" y="3741128"/>
            <a:ext cx="1953962" cy="646330"/>
          </a:xfrm>
          <a:prstGeom prst="rect">
            <a:avLst/>
          </a:prstGeom>
          <a:noFill/>
        </p:spPr>
        <p:txBody>
          <a:bodyPr wrap="square">
            <a:spAutoFit/>
          </a:bodyPr>
          <a:lstStyle/>
          <a:p>
            <a:pPr algn="ctr"/>
            <a:r>
              <a:rPr lang="en-US" dirty="0">
                <a:latin typeface="Eco Sans Bold"/>
              </a:rPr>
              <a:t>RECONOCIMIENTO VISUAL</a:t>
            </a:r>
          </a:p>
        </p:txBody>
      </p:sp>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60B65152-80FF-D39D-24FE-8615FA600D3A}"/>
                  </a:ext>
                </a:extLst>
              </p:cNvPr>
              <p:cNvSpPr txBox="1"/>
              <p:nvPr/>
            </p:nvSpPr>
            <p:spPr>
              <a:xfrm>
                <a:off x="5796592" y="3916196"/>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29" name="CuadroTexto 28">
                <a:extLst>
                  <a:ext uri="{FF2B5EF4-FFF2-40B4-BE49-F238E27FC236}">
                    <a16:creationId xmlns:a16="http://schemas.microsoft.com/office/drawing/2014/main" id="{60B65152-80FF-D39D-24FE-8615FA600D3A}"/>
                  </a:ext>
                </a:extLst>
              </p:cNvPr>
              <p:cNvSpPr txBox="1">
                <a:spLocks noRot="1" noChangeAspect="1" noMove="1" noResize="1" noEditPoints="1" noAdjustHandles="1" noChangeArrowheads="1" noChangeShapeType="1" noTextEdit="1"/>
              </p:cNvSpPr>
              <p:nvPr/>
            </p:nvSpPr>
            <p:spPr>
              <a:xfrm>
                <a:off x="5796592" y="3916196"/>
                <a:ext cx="382916" cy="369332"/>
              </a:xfrm>
              <a:prstGeom prst="rect">
                <a:avLst/>
              </a:prstGeom>
              <a:blipFill>
                <a:blip r:embed="rId6"/>
                <a:stretch>
                  <a:fillRect t="-8197" r="-253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131264D8-87FB-A15D-4D62-DDC43EAA4A2E}"/>
                  </a:ext>
                </a:extLst>
              </p:cNvPr>
              <p:cNvSpPr txBox="1"/>
              <p:nvPr/>
            </p:nvSpPr>
            <p:spPr>
              <a:xfrm>
                <a:off x="7856208" y="3916196"/>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30" name="CuadroTexto 29">
                <a:extLst>
                  <a:ext uri="{FF2B5EF4-FFF2-40B4-BE49-F238E27FC236}">
                    <a16:creationId xmlns:a16="http://schemas.microsoft.com/office/drawing/2014/main" id="{131264D8-87FB-A15D-4D62-DDC43EAA4A2E}"/>
                  </a:ext>
                </a:extLst>
              </p:cNvPr>
              <p:cNvSpPr txBox="1">
                <a:spLocks noRot="1" noChangeAspect="1" noMove="1" noResize="1" noEditPoints="1" noAdjustHandles="1" noChangeArrowheads="1" noChangeShapeType="1" noTextEdit="1"/>
              </p:cNvSpPr>
              <p:nvPr/>
            </p:nvSpPr>
            <p:spPr>
              <a:xfrm>
                <a:off x="7856208" y="3916196"/>
                <a:ext cx="382916" cy="369332"/>
              </a:xfrm>
              <a:prstGeom prst="rect">
                <a:avLst/>
              </a:prstGeom>
              <a:blipFill>
                <a:blip r:embed="rId7"/>
                <a:stretch>
                  <a:fillRect t="-8197" r="-253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97EACE25-4BD2-7772-2290-934E44416CFD}"/>
                  </a:ext>
                </a:extLst>
              </p:cNvPr>
              <p:cNvSpPr txBox="1"/>
              <p:nvPr/>
            </p:nvSpPr>
            <p:spPr>
              <a:xfrm>
                <a:off x="9954884" y="3918872"/>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31" name="CuadroTexto 30">
                <a:extLst>
                  <a:ext uri="{FF2B5EF4-FFF2-40B4-BE49-F238E27FC236}">
                    <a16:creationId xmlns:a16="http://schemas.microsoft.com/office/drawing/2014/main" id="{97EACE25-4BD2-7772-2290-934E44416CFD}"/>
                  </a:ext>
                </a:extLst>
              </p:cNvPr>
              <p:cNvSpPr txBox="1">
                <a:spLocks noRot="1" noChangeAspect="1" noMove="1" noResize="1" noEditPoints="1" noAdjustHandles="1" noChangeArrowheads="1" noChangeShapeType="1" noTextEdit="1"/>
              </p:cNvSpPr>
              <p:nvPr/>
            </p:nvSpPr>
            <p:spPr>
              <a:xfrm>
                <a:off x="9954884" y="3918872"/>
                <a:ext cx="382916" cy="369332"/>
              </a:xfrm>
              <a:prstGeom prst="rect">
                <a:avLst/>
              </a:prstGeom>
              <a:blipFill>
                <a:blip r:embed="rId8"/>
                <a:stretch>
                  <a:fillRect t="-10000" r="-26984" b="-26667"/>
                </a:stretch>
              </a:blipFill>
            </p:spPr>
            <p:txBody>
              <a:bodyPr/>
              <a:lstStyle/>
              <a:p>
                <a:r>
                  <a:rPr lang="en-US">
                    <a:noFill/>
                  </a:rPr>
                  <a:t> </a:t>
                </a:r>
              </a:p>
            </p:txBody>
          </p:sp>
        </mc:Fallback>
      </mc:AlternateContent>
      <p:sp>
        <p:nvSpPr>
          <p:cNvPr id="32" name="Rectangle 1">
            <a:extLst>
              <a:ext uri="{FF2B5EF4-FFF2-40B4-BE49-F238E27FC236}">
                <a16:creationId xmlns:a16="http://schemas.microsoft.com/office/drawing/2014/main" id="{A1B880EC-AE55-46D5-0C8B-6291E89F8E5E}"/>
              </a:ext>
            </a:extLst>
          </p:cNvPr>
          <p:cNvSpPr>
            <a:spLocks noChangeArrowheads="1"/>
          </p:cNvSpPr>
          <p:nvPr/>
        </p:nvSpPr>
        <p:spPr bwMode="auto">
          <a:xfrm>
            <a:off x="538457" y="4957875"/>
            <a:ext cx="12634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a:t>
            </a:r>
            <a:r>
              <a:rPr kumimoji="0" lang="en-US" altLang="en-US" sz="1000" b="1" i="0" u="none" strike="noStrike" cap="none" normalizeH="0" baseline="0" dirty="0">
                <a:ln>
                  <a:noFill/>
                </a:ln>
                <a:solidFill>
                  <a:schemeClr val="accent5">
                    <a:lumMod val="50000"/>
                  </a:schemeClr>
                </a:solidFill>
                <a:effectLst/>
                <a:latin typeface="Arial Unicode MS"/>
              </a:rPr>
              <a:t> </a:t>
            </a:r>
            <a:r>
              <a:rPr lang="en-US" altLang="en-US" b="1" dirty="0">
                <a:solidFill>
                  <a:schemeClr val="accent5">
                    <a:lumMod val="50000"/>
                  </a:schemeClr>
                </a:solidFill>
                <a:latin typeface="Eco Sans Bold"/>
              </a:rPr>
              <a:t>IMAGEN </a:t>
            </a:r>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84443737-3C9B-ED1B-8B7C-579CE88D8AB9}"/>
                  </a:ext>
                </a:extLst>
              </p:cNvPr>
              <p:cNvSpPr txBox="1"/>
              <p:nvPr/>
            </p:nvSpPr>
            <p:spPr>
              <a:xfrm>
                <a:off x="1652768" y="4961273"/>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33" name="CuadroTexto 32">
                <a:extLst>
                  <a:ext uri="{FF2B5EF4-FFF2-40B4-BE49-F238E27FC236}">
                    <a16:creationId xmlns:a16="http://schemas.microsoft.com/office/drawing/2014/main" id="{84443737-3C9B-ED1B-8B7C-579CE88D8AB9}"/>
                  </a:ext>
                </a:extLst>
              </p:cNvPr>
              <p:cNvSpPr txBox="1">
                <a:spLocks noRot="1" noChangeAspect="1" noMove="1" noResize="1" noEditPoints="1" noAdjustHandles="1" noChangeArrowheads="1" noChangeShapeType="1" noTextEdit="1"/>
              </p:cNvSpPr>
              <p:nvPr/>
            </p:nvSpPr>
            <p:spPr>
              <a:xfrm>
                <a:off x="1652768" y="4961273"/>
                <a:ext cx="382916" cy="369332"/>
              </a:xfrm>
              <a:prstGeom prst="rect">
                <a:avLst/>
              </a:prstGeom>
              <a:blipFill>
                <a:blip r:embed="rId9"/>
                <a:stretch>
                  <a:fillRect t="-10000" r="-26984"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B4C6D2ED-87DE-8312-C744-E89D20C99CDA}"/>
                  </a:ext>
                </a:extLst>
              </p:cNvPr>
              <p:cNvSpPr txBox="1"/>
              <p:nvPr/>
            </p:nvSpPr>
            <p:spPr>
              <a:xfrm>
                <a:off x="3610702" y="4953318"/>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34" name="CuadroTexto 33">
                <a:extLst>
                  <a:ext uri="{FF2B5EF4-FFF2-40B4-BE49-F238E27FC236}">
                    <a16:creationId xmlns:a16="http://schemas.microsoft.com/office/drawing/2014/main" id="{B4C6D2ED-87DE-8312-C744-E89D20C99CDA}"/>
                  </a:ext>
                </a:extLst>
              </p:cNvPr>
              <p:cNvSpPr txBox="1">
                <a:spLocks noRot="1" noChangeAspect="1" noMove="1" noResize="1" noEditPoints="1" noAdjustHandles="1" noChangeArrowheads="1" noChangeShapeType="1" noTextEdit="1"/>
              </p:cNvSpPr>
              <p:nvPr/>
            </p:nvSpPr>
            <p:spPr>
              <a:xfrm>
                <a:off x="3610702" y="4953318"/>
                <a:ext cx="382916" cy="369332"/>
              </a:xfrm>
              <a:prstGeom prst="rect">
                <a:avLst/>
              </a:prstGeom>
              <a:blipFill>
                <a:blip r:embed="rId10"/>
                <a:stretch>
                  <a:fillRect t="-10000" r="-26984"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84C77255-C8AF-C528-F451-0D061D665135}"/>
                  </a:ext>
                </a:extLst>
              </p:cNvPr>
              <p:cNvSpPr txBox="1"/>
              <p:nvPr/>
            </p:nvSpPr>
            <p:spPr>
              <a:xfrm>
                <a:off x="5670318" y="5009121"/>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35" name="CuadroTexto 34">
                <a:extLst>
                  <a:ext uri="{FF2B5EF4-FFF2-40B4-BE49-F238E27FC236}">
                    <a16:creationId xmlns:a16="http://schemas.microsoft.com/office/drawing/2014/main" id="{84C77255-C8AF-C528-F451-0D061D665135}"/>
                  </a:ext>
                </a:extLst>
              </p:cNvPr>
              <p:cNvSpPr txBox="1">
                <a:spLocks noRot="1" noChangeAspect="1" noMove="1" noResize="1" noEditPoints="1" noAdjustHandles="1" noChangeArrowheads="1" noChangeShapeType="1" noTextEdit="1"/>
              </p:cNvSpPr>
              <p:nvPr/>
            </p:nvSpPr>
            <p:spPr>
              <a:xfrm>
                <a:off x="5670318" y="5009121"/>
                <a:ext cx="382916" cy="369332"/>
              </a:xfrm>
              <a:prstGeom prst="rect">
                <a:avLst/>
              </a:prstGeom>
              <a:blipFill>
                <a:blip r:embed="rId11"/>
                <a:stretch>
                  <a:fillRect t="-10000" r="-26984"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10B190CD-9D1F-D21B-87C0-1791863B21B7}"/>
                  </a:ext>
                </a:extLst>
              </p:cNvPr>
              <p:cNvSpPr txBox="1"/>
              <p:nvPr/>
            </p:nvSpPr>
            <p:spPr>
              <a:xfrm>
                <a:off x="7729934" y="5009121"/>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36" name="CuadroTexto 35">
                <a:extLst>
                  <a:ext uri="{FF2B5EF4-FFF2-40B4-BE49-F238E27FC236}">
                    <a16:creationId xmlns:a16="http://schemas.microsoft.com/office/drawing/2014/main" id="{10B190CD-9D1F-D21B-87C0-1791863B21B7}"/>
                  </a:ext>
                </a:extLst>
              </p:cNvPr>
              <p:cNvSpPr txBox="1">
                <a:spLocks noRot="1" noChangeAspect="1" noMove="1" noResize="1" noEditPoints="1" noAdjustHandles="1" noChangeArrowheads="1" noChangeShapeType="1" noTextEdit="1"/>
              </p:cNvSpPr>
              <p:nvPr/>
            </p:nvSpPr>
            <p:spPr>
              <a:xfrm>
                <a:off x="7729934" y="5009121"/>
                <a:ext cx="382916" cy="369332"/>
              </a:xfrm>
              <a:prstGeom prst="rect">
                <a:avLst/>
              </a:prstGeom>
              <a:blipFill>
                <a:blip r:embed="rId12"/>
                <a:stretch>
                  <a:fillRect t="-10000" r="-26984"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8D5E9E19-E86A-00F8-1A73-C20D93F050C2}"/>
                  </a:ext>
                </a:extLst>
              </p:cNvPr>
              <p:cNvSpPr txBox="1"/>
              <p:nvPr/>
            </p:nvSpPr>
            <p:spPr>
              <a:xfrm>
                <a:off x="9828610" y="5011797"/>
                <a:ext cx="382916" cy="369332"/>
              </a:xfrm>
              <a:prstGeom prst="rect">
                <a:avLst/>
              </a:prstGeom>
              <a:noFill/>
            </p:spPr>
            <p:txBody>
              <a:bodyPr wrap="square">
                <a:spAutoFit/>
              </a:bodyPr>
              <a:lstStyle/>
              <a:p>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dirty="0"/>
                  <a:t> </a:t>
                </a:r>
              </a:p>
            </p:txBody>
          </p:sp>
        </mc:Choice>
        <mc:Fallback xmlns="">
          <p:sp>
            <p:nvSpPr>
              <p:cNvPr id="37" name="CuadroTexto 36">
                <a:extLst>
                  <a:ext uri="{FF2B5EF4-FFF2-40B4-BE49-F238E27FC236}">
                    <a16:creationId xmlns:a16="http://schemas.microsoft.com/office/drawing/2014/main" id="{8D5E9E19-E86A-00F8-1A73-C20D93F050C2}"/>
                  </a:ext>
                </a:extLst>
              </p:cNvPr>
              <p:cNvSpPr txBox="1">
                <a:spLocks noRot="1" noChangeAspect="1" noMove="1" noResize="1" noEditPoints="1" noAdjustHandles="1" noChangeArrowheads="1" noChangeShapeType="1" noTextEdit="1"/>
              </p:cNvSpPr>
              <p:nvPr/>
            </p:nvSpPr>
            <p:spPr>
              <a:xfrm>
                <a:off x="9828610" y="5011797"/>
                <a:ext cx="382916" cy="369332"/>
              </a:xfrm>
              <a:prstGeom prst="rect">
                <a:avLst/>
              </a:prstGeom>
              <a:blipFill>
                <a:blip r:embed="rId13"/>
                <a:stretch>
                  <a:fillRect/>
                </a:stretch>
              </a:blipFill>
            </p:spPr>
            <p:txBody>
              <a:bodyPr/>
              <a:lstStyle/>
              <a:p>
                <a:r>
                  <a:rPr lang="en-US">
                    <a:noFill/>
                  </a:rPr>
                  <a:t> </a:t>
                </a:r>
              </a:p>
            </p:txBody>
          </p:sp>
        </mc:Fallback>
      </mc:AlternateContent>
      <p:sp>
        <p:nvSpPr>
          <p:cNvPr id="38" name="Rectangle 2">
            <a:extLst>
              <a:ext uri="{FF2B5EF4-FFF2-40B4-BE49-F238E27FC236}">
                <a16:creationId xmlns:a16="http://schemas.microsoft.com/office/drawing/2014/main" id="{B27CFECF-ADF7-95E4-2C5B-B2C0BF4A2B01}"/>
              </a:ext>
            </a:extLst>
          </p:cNvPr>
          <p:cNvSpPr>
            <a:spLocks noChangeArrowheads="1"/>
          </p:cNvSpPr>
          <p:nvPr/>
        </p:nvSpPr>
        <p:spPr bwMode="auto">
          <a:xfrm>
            <a:off x="1784060" y="4786601"/>
            <a:ext cx="18922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lang="en-US" altLang="en-US" dirty="0">
                <a:latin typeface="Eco Sans Bold"/>
              </a:rPr>
              <a:t>CONVOLUCIONES INICIALES </a:t>
            </a:r>
          </a:p>
        </p:txBody>
      </p:sp>
      <p:sp>
        <p:nvSpPr>
          <p:cNvPr id="39" name="Rectangle 3">
            <a:extLst>
              <a:ext uri="{FF2B5EF4-FFF2-40B4-BE49-F238E27FC236}">
                <a16:creationId xmlns:a16="http://schemas.microsoft.com/office/drawing/2014/main" id="{AE12441F-479B-8B31-06AD-710D9399F5CF}"/>
              </a:ext>
            </a:extLst>
          </p:cNvPr>
          <p:cNvSpPr>
            <a:spLocks noChangeArrowheads="1"/>
          </p:cNvSpPr>
          <p:nvPr/>
        </p:nvSpPr>
        <p:spPr bwMode="auto">
          <a:xfrm>
            <a:off x="4413465" y="4807384"/>
            <a:ext cx="125685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Eco Sans Bold"/>
              </a:rPr>
              <a:t>BORDES Y LÍNEAS </a:t>
            </a:r>
          </a:p>
        </p:txBody>
      </p:sp>
      <p:sp>
        <p:nvSpPr>
          <p:cNvPr id="40" name="Rectangle 4">
            <a:extLst>
              <a:ext uri="{FF2B5EF4-FFF2-40B4-BE49-F238E27FC236}">
                <a16:creationId xmlns:a16="http://schemas.microsoft.com/office/drawing/2014/main" id="{ADDB2EFE-790D-5C02-D4F7-0D7B5F6F7DE4}"/>
              </a:ext>
            </a:extLst>
          </p:cNvPr>
          <p:cNvSpPr>
            <a:spLocks noChangeArrowheads="1"/>
          </p:cNvSpPr>
          <p:nvPr/>
        </p:nvSpPr>
        <p:spPr bwMode="auto">
          <a:xfrm>
            <a:off x="6364844" y="4886010"/>
            <a:ext cx="12388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dirty="0">
                <a:latin typeface="Eco Sans Bold"/>
              </a:rPr>
              <a:t>TEXTURAS Y FORMAS </a:t>
            </a:r>
          </a:p>
        </p:txBody>
      </p:sp>
      <p:sp>
        <p:nvSpPr>
          <p:cNvPr id="41" name="Rectangle 5">
            <a:extLst>
              <a:ext uri="{FF2B5EF4-FFF2-40B4-BE49-F238E27FC236}">
                <a16:creationId xmlns:a16="http://schemas.microsoft.com/office/drawing/2014/main" id="{CC85E03B-59AF-BB07-FC68-14BF7DC244DA}"/>
              </a:ext>
            </a:extLst>
          </p:cNvPr>
          <p:cNvSpPr>
            <a:spLocks noChangeArrowheads="1"/>
          </p:cNvSpPr>
          <p:nvPr/>
        </p:nvSpPr>
        <p:spPr bwMode="auto">
          <a:xfrm>
            <a:off x="8283913" y="4858868"/>
            <a:ext cx="14806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dirty="0">
                <a:latin typeface="Eco Sans Bold"/>
              </a:rPr>
              <a:t>PATRONES COMPLEJOS </a:t>
            </a:r>
          </a:p>
        </p:txBody>
      </p:sp>
      <p:sp>
        <p:nvSpPr>
          <p:cNvPr id="42" name="Rectangle 6">
            <a:extLst>
              <a:ext uri="{FF2B5EF4-FFF2-40B4-BE49-F238E27FC236}">
                <a16:creationId xmlns:a16="http://schemas.microsoft.com/office/drawing/2014/main" id="{4DD8D79C-1458-AB1F-984E-918F43DD7069}"/>
              </a:ext>
            </a:extLst>
          </p:cNvPr>
          <p:cNvSpPr>
            <a:spLocks noChangeArrowheads="1"/>
          </p:cNvSpPr>
          <p:nvPr/>
        </p:nvSpPr>
        <p:spPr bwMode="auto">
          <a:xfrm>
            <a:off x="10337800" y="4961272"/>
            <a:ext cx="1595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algn="ctr" fontAlgn="base">
              <a:lnSpc>
                <a:spcPct val="100000"/>
              </a:lnSpc>
              <a:spcBef>
                <a:spcPct val="0"/>
              </a:spcBef>
              <a:spcAft>
                <a:spcPct val="0"/>
              </a:spcAft>
              <a:buClrTx/>
              <a:buSzTx/>
              <a:buFontTx/>
              <a:buNone/>
              <a:tabLst/>
            </a:pPr>
            <a:r>
              <a:rPr lang="en-US" altLang="en-US" dirty="0">
                <a:latin typeface="Eco Sans Bold"/>
              </a:rPr>
              <a:t>CLASIFICACIÓN </a:t>
            </a:r>
          </a:p>
        </p:txBody>
      </p:sp>
      <p:sp>
        <p:nvSpPr>
          <p:cNvPr id="44" name="CuadroTexto 43">
            <a:extLst>
              <a:ext uri="{FF2B5EF4-FFF2-40B4-BE49-F238E27FC236}">
                <a16:creationId xmlns:a16="http://schemas.microsoft.com/office/drawing/2014/main" id="{0CDF58D0-BD9E-2CA0-BCC6-256A188166FE}"/>
              </a:ext>
            </a:extLst>
          </p:cNvPr>
          <p:cNvSpPr txBox="1"/>
          <p:nvPr/>
        </p:nvSpPr>
        <p:spPr>
          <a:xfrm>
            <a:off x="3071949" y="3246511"/>
            <a:ext cx="6143896" cy="369332"/>
          </a:xfrm>
          <a:prstGeom prst="rect">
            <a:avLst/>
          </a:prstGeom>
          <a:noFill/>
        </p:spPr>
        <p:txBody>
          <a:bodyPr wrap="square">
            <a:spAutoFit/>
          </a:bodyPr>
          <a:lstStyle/>
          <a:p>
            <a:r>
              <a:rPr lang="en-US" altLang="en-US" dirty="0">
                <a:latin typeface="Eco Sans Bold"/>
              </a:rPr>
              <a:t>COMPLEJOS </a:t>
            </a:r>
            <a:endParaRPr lang="en-US" dirty="0"/>
          </a:p>
        </p:txBody>
      </p:sp>
      <p:pic>
        <p:nvPicPr>
          <p:cNvPr id="47" name="Imagen 46">
            <a:extLst>
              <a:ext uri="{FF2B5EF4-FFF2-40B4-BE49-F238E27FC236}">
                <a16:creationId xmlns:a16="http://schemas.microsoft.com/office/drawing/2014/main" id="{7AA0609E-7CD0-58DA-BD46-370CB7D8172A}"/>
              </a:ext>
            </a:extLst>
          </p:cNvPr>
          <p:cNvPicPr>
            <a:picLocks noChangeAspect="1"/>
          </p:cNvPicPr>
          <p:nvPr/>
        </p:nvPicPr>
        <p:blipFill rotWithShape="1">
          <a:blip r:embed="rId14"/>
          <a:srcRect l="4914" r="54298"/>
          <a:stretch/>
        </p:blipFill>
        <p:spPr>
          <a:xfrm>
            <a:off x="18303" y="1952615"/>
            <a:ext cx="1003300" cy="1017992"/>
          </a:xfrm>
          <a:prstGeom prst="rect">
            <a:avLst/>
          </a:prstGeom>
        </p:spPr>
      </p:pic>
      <p:pic>
        <p:nvPicPr>
          <p:cNvPr id="48" name="Imagen 47">
            <a:extLst>
              <a:ext uri="{FF2B5EF4-FFF2-40B4-BE49-F238E27FC236}">
                <a16:creationId xmlns:a16="http://schemas.microsoft.com/office/drawing/2014/main" id="{37FED5B4-BB55-64BF-C5C6-38D1C965C2AE}"/>
              </a:ext>
            </a:extLst>
          </p:cNvPr>
          <p:cNvPicPr>
            <a:picLocks noChangeAspect="1"/>
          </p:cNvPicPr>
          <p:nvPr/>
        </p:nvPicPr>
        <p:blipFill rotWithShape="1">
          <a:blip r:embed="rId14"/>
          <a:srcRect l="55407" r="5195"/>
          <a:stretch/>
        </p:blipFill>
        <p:spPr>
          <a:xfrm>
            <a:off x="10847294" y="1829680"/>
            <a:ext cx="1086182" cy="1140927"/>
          </a:xfrm>
          <a:prstGeom prst="rect">
            <a:avLst/>
          </a:prstGeom>
        </p:spPr>
      </p:pic>
      <p:sp>
        <p:nvSpPr>
          <p:cNvPr id="49" name="CuadroTexto 48">
            <a:extLst>
              <a:ext uri="{FF2B5EF4-FFF2-40B4-BE49-F238E27FC236}">
                <a16:creationId xmlns:a16="http://schemas.microsoft.com/office/drawing/2014/main" id="{4AF0C195-6F29-A3D1-2274-234838AC6760}"/>
              </a:ext>
            </a:extLst>
          </p:cNvPr>
          <p:cNvSpPr txBox="1"/>
          <p:nvPr/>
        </p:nvSpPr>
        <p:spPr>
          <a:xfrm>
            <a:off x="42933" y="3068253"/>
            <a:ext cx="926213" cy="369332"/>
          </a:xfrm>
          <a:prstGeom prst="rect">
            <a:avLst/>
          </a:prstGeom>
          <a:noFill/>
        </p:spPr>
        <p:txBody>
          <a:bodyPr wrap="square" rtlCol="0">
            <a:spAutoFit/>
          </a:bodyPr>
          <a:lstStyle/>
          <a:p>
            <a:r>
              <a:rPr lang="es-CO" b="1" dirty="0">
                <a:latin typeface="Eco Sans Bold"/>
              </a:rPr>
              <a:t>Simples</a:t>
            </a:r>
            <a:endParaRPr lang="en-US" b="1" dirty="0">
              <a:latin typeface="Eco Sans Bold"/>
            </a:endParaRPr>
          </a:p>
        </p:txBody>
      </p:sp>
      <p:sp>
        <p:nvSpPr>
          <p:cNvPr id="50" name="CuadroTexto 49">
            <a:extLst>
              <a:ext uri="{FF2B5EF4-FFF2-40B4-BE49-F238E27FC236}">
                <a16:creationId xmlns:a16="http://schemas.microsoft.com/office/drawing/2014/main" id="{8D737197-511E-6D5D-A03A-07B5CCCA23B8}"/>
              </a:ext>
            </a:extLst>
          </p:cNvPr>
          <p:cNvSpPr txBox="1"/>
          <p:nvPr/>
        </p:nvSpPr>
        <p:spPr>
          <a:xfrm>
            <a:off x="10798016" y="2950772"/>
            <a:ext cx="1184737" cy="369332"/>
          </a:xfrm>
          <a:prstGeom prst="rect">
            <a:avLst/>
          </a:prstGeom>
          <a:noFill/>
        </p:spPr>
        <p:txBody>
          <a:bodyPr wrap="square" rtlCol="0">
            <a:spAutoFit/>
          </a:bodyPr>
          <a:lstStyle/>
          <a:p>
            <a:r>
              <a:rPr lang="es-CO" b="1" dirty="0">
                <a:latin typeface="Eco Sans Bold"/>
              </a:rPr>
              <a:t>Complejas</a:t>
            </a:r>
            <a:endParaRPr lang="en-US" b="1" dirty="0">
              <a:latin typeface="Eco Sans Bold"/>
            </a:endParaRPr>
          </a:p>
        </p:txBody>
      </p:sp>
    </p:spTree>
    <p:extLst>
      <p:ext uri="{BB962C8B-B14F-4D97-AF65-F5344CB8AC3E}">
        <p14:creationId xmlns:p14="http://schemas.microsoft.com/office/powerpoint/2010/main" val="3754017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F4AC5DE-4483-2419-FA36-6C3C148DC3AF}"/>
              </a:ext>
            </a:extLst>
          </p:cNvPr>
          <p:cNvPicPr>
            <a:picLocks noChangeAspect="1"/>
          </p:cNvPicPr>
          <p:nvPr/>
        </p:nvPicPr>
        <p:blipFill>
          <a:blip r:embed="rId2"/>
          <a:stretch>
            <a:fillRect/>
          </a:stretch>
        </p:blipFill>
        <p:spPr>
          <a:xfrm>
            <a:off x="2445106" y="1769324"/>
            <a:ext cx="5120640" cy="2254165"/>
          </a:xfrm>
          <a:prstGeom prst="rect">
            <a:avLst/>
          </a:prstGeom>
        </p:spPr>
      </p:pic>
      <p:pic>
        <p:nvPicPr>
          <p:cNvPr id="6" name="Imagen 5">
            <a:extLst>
              <a:ext uri="{FF2B5EF4-FFF2-40B4-BE49-F238E27FC236}">
                <a16:creationId xmlns:a16="http://schemas.microsoft.com/office/drawing/2014/main" id="{B655DA27-7506-EAEE-EF0F-95C0055EB2DD}"/>
              </a:ext>
            </a:extLst>
          </p:cNvPr>
          <p:cNvPicPr>
            <a:picLocks noChangeAspect="1"/>
          </p:cNvPicPr>
          <p:nvPr/>
        </p:nvPicPr>
        <p:blipFill>
          <a:blip r:embed="rId3"/>
          <a:stretch>
            <a:fillRect/>
          </a:stretch>
        </p:blipFill>
        <p:spPr>
          <a:xfrm>
            <a:off x="71959" y="132916"/>
            <a:ext cx="4480790" cy="1972496"/>
          </a:xfrm>
          <a:prstGeom prst="rect">
            <a:avLst/>
          </a:prstGeom>
        </p:spPr>
      </p:pic>
      <p:grpSp>
        <p:nvGrpSpPr>
          <p:cNvPr id="81" name="Grupo 80">
            <a:extLst>
              <a:ext uri="{FF2B5EF4-FFF2-40B4-BE49-F238E27FC236}">
                <a16:creationId xmlns:a16="http://schemas.microsoft.com/office/drawing/2014/main" id="{7D863AD2-F5E8-5F2E-A7C8-D9721F95A9A5}"/>
              </a:ext>
            </a:extLst>
          </p:cNvPr>
          <p:cNvGrpSpPr/>
          <p:nvPr/>
        </p:nvGrpSpPr>
        <p:grpSpPr>
          <a:xfrm>
            <a:off x="4783112" y="4000463"/>
            <a:ext cx="7315843" cy="2781581"/>
            <a:chOff x="1597150" y="2038209"/>
            <a:chExt cx="7315843" cy="2781581"/>
          </a:xfrm>
        </p:grpSpPr>
        <p:grpSp>
          <p:nvGrpSpPr>
            <p:cNvPr id="39" name="Grupo 38">
              <a:extLst>
                <a:ext uri="{FF2B5EF4-FFF2-40B4-BE49-F238E27FC236}">
                  <a16:creationId xmlns:a16="http://schemas.microsoft.com/office/drawing/2014/main" id="{CC4BEBEC-DB03-0047-25A0-A63B5D48AB18}"/>
                </a:ext>
              </a:extLst>
            </p:cNvPr>
            <p:cNvGrpSpPr/>
            <p:nvPr/>
          </p:nvGrpSpPr>
          <p:grpSpPr>
            <a:xfrm>
              <a:off x="1597150" y="2431439"/>
              <a:ext cx="2057531" cy="1886027"/>
              <a:chOff x="2194560" y="461554"/>
              <a:chExt cx="5878286" cy="5650436"/>
            </a:xfrm>
          </p:grpSpPr>
          <p:pic>
            <p:nvPicPr>
              <p:cNvPr id="32" name="Imagen 31">
                <a:extLst>
                  <a:ext uri="{FF2B5EF4-FFF2-40B4-BE49-F238E27FC236}">
                    <a16:creationId xmlns:a16="http://schemas.microsoft.com/office/drawing/2014/main" id="{479A521D-4F87-23F2-A575-F2E844C2293B}"/>
                  </a:ext>
                </a:extLst>
              </p:cNvPr>
              <p:cNvPicPr>
                <a:picLocks noChangeAspect="1"/>
              </p:cNvPicPr>
              <p:nvPr/>
            </p:nvPicPr>
            <p:blipFill rotWithShape="1">
              <a:blip r:embed="rId4"/>
              <a:srcRect l="3476" t="17609" r="7395"/>
              <a:stretch/>
            </p:blipFill>
            <p:spPr>
              <a:xfrm>
                <a:off x="2194560" y="461554"/>
                <a:ext cx="5878286" cy="5650436"/>
              </a:xfrm>
              <a:prstGeom prst="rect">
                <a:avLst/>
              </a:prstGeom>
            </p:spPr>
          </p:pic>
          <p:sp>
            <p:nvSpPr>
              <p:cNvPr id="33" name="Rectángulo 32">
                <a:extLst>
                  <a:ext uri="{FF2B5EF4-FFF2-40B4-BE49-F238E27FC236}">
                    <a16:creationId xmlns:a16="http://schemas.microsoft.com/office/drawing/2014/main" id="{9369FE3F-F733-4E00-3576-E74E54C0761A}"/>
                  </a:ext>
                </a:extLst>
              </p:cNvPr>
              <p:cNvSpPr/>
              <p:nvPr/>
            </p:nvSpPr>
            <p:spPr>
              <a:xfrm>
                <a:off x="2314821"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ctángulo 33">
                <a:extLst>
                  <a:ext uri="{FF2B5EF4-FFF2-40B4-BE49-F238E27FC236}">
                    <a16:creationId xmlns:a16="http://schemas.microsoft.com/office/drawing/2014/main" id="{4CB25B60-3828-495C-3F74-251DD7228FC6}"/>
                  </a:ext>
                </a:extLst>
              </p:cNvPr>
              <p:cNvSpPr/>
              <p:nvPr/>
            </p:nvSpPr>
            <p:spPr>
              <a:xfrm>
                <a:off x="3262784"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ángulo 34">
                <a:extLst>
                  <a:ext uri="{FF2B5EF4-FFF2-40B4-BE49-F238E27FC236}">
                    <a16:creationId xmlns:a16="http://schemas.microsoft.com/office/drawing/2014/main" id="{CB78A725-9C9A-AAA1-D9FE-F63486FDEF4E}"/>
                  </a:ext>
                </a:extLst>
              </p:cNvPr>
              <p:cNvSpPr/>
              <p:nvPr/>
            </p:nvSpPr>
            <p:spPr>
              <a:xfrm>
                <a:off x="4239946"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ángulo 35">
                <a:extLst>
                  <a:ext uri="{FF2B5EF4-FFF2-40B4-BE49-F238E27FC236}">
                    <a16:creationId xmlns:a16="http://schemas.microsoft.com/office/drawing/2014/main" id="{B4FF50ED-7E9E-0CEA-E48A-5CE9A101A9E6}"/>
                  </a:ext>
                </a:extLst>
              </p:cNvPr>
              <p:cNvSpPr/>
              <p:nvPr/>
            </p:nvSpPr>
            <p:spPr>
              <a:xfrm>
                <a:off x="5217108"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ángulo 36">
                <a:extLst>
                  <a:ext uri="{FF2B5EF4-FFF2-40B4-BE49-F238E27FC236}">
                    <a16:creationId xmlns:a16="http://schemas.microsoft.com/office/drawing/2014/main" id="{F17534ED-DBF2-B23D-70EF-A36B8DDEDC9E}"/>
                  </a:ext>
                </a:extLst>
              </p:cNvPr>
              <p:cNvSpPr/>
              <p:nvPr/>
            </p:nvSpPr>
            <p:spPr>
              <a:xfrm>
                <a:off x="6194270"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ángulo 37">
                <a:extLst>
                  <a:ext uri="{FF2B5EF4-FFF2-40B4-BE49-F238E27FC236}">
                    <a16:creationId xmlns:a16="http://schemas.microsoft.com/office/drawing/2014/main" id="{6BABCD64-2EBB-24BC-D25B-22B8BD987188}"/>
                  </a:ext>
                </a:extLst>
              </p:cNvPr>
              <p:cNvSpPr/>
              <p:nvPr/>
            </p:nvSpPr>
            <p:spPr>
              <a:xfrm>
                <a:off x="7181943"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ctángulo 40">
                <a:extLst>
                  <a:ext uri="{FF2B5EF4-FFF2-40B4-BE49-F238E27FC236}">
                    <a16:creationId xmlns:a16="http://schemas.microsoft.com/office/drawing/2014/main" id="{61C87840-4198-3AE6-2430-8D07884ADF63}"/>
                  </a:ext>
                </a:extLst>
              </p:cNvPr>
              <p:cNvSpPr/>
              <p:nvPr/>
            </p:nvSpPr>
            <p:spPr>
              <a:xfrm>
                <a:off x="2314821"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ángulo 41">
                <a:extLst>
                  <a:ext uri="{FF2B5EF4-FFF2-40B4-BE49-F238E27FC236}">
                    <a16:creationId xmlns:a16="http://schemas.microsoft.com/office/drawing/2014/main" id="{96749D2A-6616-CE38-45F6-5C219ADEE246}"/>
                  </a:ext>
                </a:extLst>
              </p:cNvPr>
              <p:cNvSpPr/>
              <p:nvPr/>
            </p:nvSpPr>
            <p:spPr>
              <a:xfrm>
                <a:off x="3262784"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Rectángulo 71">
                <a:extLst>
                  <a:ext uri="{FF2B5EF4-FFF2-40B4-BE49-F238E27FC236}">
                    <a16:creationId xmlns:a16="http://schemas.microsoft.com/office/drawing/2014/main" id="{435CF0D7-D006-0CA4-2B73-8556A408C5E1}"/>
                  </a:ext>
                </a:extLst>
              </p:cNvPr>
              <p:cNvSpPr/>
              <p:nvPr/>
            </p:nvSpPr>
            <p:spPr>
              <a:xfrm>
                <a:off x="4239946"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Rectángulo 73">
                <a:extLst>
                  <a:ext uri="{FF2B5EF4-FFF2-40B4-BE49-F238E27FC236}">
                    <a16:creationId xmlns:a16="http://schemas.microsoft.com/office/drawing/2014/main" id="{F6620BF0-8E4C-AAD1-D85B-AD598845A252}"/>
                  </a:ext>
                </a:extLst>
              </p:cNvPr>
              <p:cNvSpPr/>
              <p:nvPr/>
            </p:nvSpPr>
            <p:spPr>
              <a:xfrm>
                <a:off x="5217108"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Rectángulo 75">
                <a:extLst>
                  <a:ext uri="{FF2B5EF4-FFF2-40B4-BE49-F238E27FC236}">
                    <a16:creationId xmlns:a16="http://schemas.microsoft.com/office/drawing/2014/main" id="{2CC81A52-D24A-88FB-CBE8-1BB316B205CA}"/>
                  </a:ext>
                </a:extLst>
              </p:cNvPr>
              <p:cNvSpPr/>
              <p:nvPr/>
            </p:nvSpPr>
            <p:spPr>
              <a:xfrm>
                <a:off x="6194270"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 name="Rectángulo 81">
                <a:extLst>
                  <a:ext uri="{FF2B5EF4-FFF2-40B4-BE49-F238E27FC236}">
                    <a16:creationId xmlns:a16="http://schemas.microsoft.com/office/drawing/2014/main" id="{55DF6A75-932A-DEB5-511B-8D2428F53E30}"/>
                  </a:ext>
                </a:extLst>
              </p:cNvPr>
              <p:cNvSpPr/>
              <p:nvPr/>
            </p:nvSpPr>
            <p:spPr>
              <a:xfrm>
                <a:off x="7181943"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Rectángulo 82">
                <a:extLst>
                  <a:ext uri="{FF2B5EF4-FFF2-40B4-BE49-F238E27FC236}">
                    <a16:creationId xmlns:a16="http://schemas.microsoft.com/office/drawing/2014/main" id="{96C71AE0-DE81-97BB-A560-3DDE71F48617}"/>
                  </a:ext>
                </a:extLst>
              </p:cNvPr>
              <p:cNvSpPr/>
              <p:nvPr/>
            </p:nvSpPr>
            <p:spPr>
              <a:xfrm>
                <a:off x="2314821"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ectángulo 83">
                <a:extLst>
                  <a:ext uri="{FF2B5EF4-FFF2-40B4-BE49-F238E27FC236}">
                    <a16:creationId xmlns:a16="http://schemas.microsoft.com/office/drawing/2014/main" id="{6C9AE2C3-FBA5-C8EE-18AF-5CF14F338BCF}"/>
                  </a:ext>
                </a:extLst>
              </p:cNvPr>
              <p:cNvSpPr/>
              <p:nvPr/>
            </p:nvSpPr>
            <p:spPr>
              <a:xfrm>
                <a:off x="3262784"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Rectángulo 84">
                <a:extLst>
                  <a:ext uri="{FF2B5EF4-FFF2-40B4-BE49-F238E27FC236}">
                    <a16:creationId xmlns:a16="http://schemas.microsoft.com/office/drawing/2014/main" id="{310A7401-EAB6-7024-B553-26CE241914AF}"/>
                  </a:ext>
                </a:extLst>
              </p:cNvPr>
              <p:cNvSpPr/>
              <p:nvPr/>
            </p:nvSpPr>
            <p:spPr>
              <a:xfrm>
                <a:off x="4239946"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Rectángulo 85">
                <a:extLst>
                  <a:ext uri="{FF2B5EF4-FFF2-40B4-BE49-F238E27FC236}">
                    <a16:creationId xmlns:a16="http://schemas.microsoft.com/office/drawing/2014/main" id="{4A1BB9BC-A031-021C-74D7-1E8F38EDCB9E}"/>
                  </a:ext>
                </a:extLst>
              </p:cNvPr>
              <p:cNvSpPr/>
              <p:nvPr/>
            </p:nvSpPr>
            <p:spPr>
              <a:xfrm>
                <a:off x="5217108"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Rectángulo 86">
                <a:extLst>
                  <a:ext uri="{FF2B5EF4-FFF2-40B4-BE49-F238E27FC236}">
                    <a16:creationId xmlns:a16="http://schemas.microsoft.com/office/drawing/2014/main" id="{DF590796-CEE9-F82A-7539-8613D708245F}"/>
                  </a:ext>
                </a:extLst>
              </p:cNvPr>
              <p:cNvSpPr/>
              <p:nvPr/>
            </p:nvSpPr>
            <p:spPr>
              <a:xfrm>
                <a:off x="6194270"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Rectángulo 87">
                <a:extLst>
                  <a:ext uri="{FF2B5EF4-FFF2-40B4-BE49-F238E27FC236}">
                    <a16:creationId xmlns:a16="http://schemas.microsoft.com/office/drawing/2014/main" id="{F1C22E30-B12F-0361-1136-CA4EFF4427DB}"/>
                  </a:ext>
                </a:extLst>
              </p:cNvPr>
              <p:cNvSpPr/>
              <p:nvPr/>
            </p:nvSpPr>
            <p:spPr>
              <a:xfrm>
                <a:off x="7181943"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Rectángulo 88">
                <a:extLst>
                  <a:ext uri="{FF2B5EF4-FFF2-40B4-BE49-F238E27FC236}">
                    <a16:creationId xmlns:a16="http://schemas.microsoft.com/office/drawing/2014/main" id="{64E8486E-8B1A-0F4F-55D1-4207B24E47BF}"/>
                  </a:ext>
                </a:extLst>
              </p:cNvPr>
              <p:cNvSpPr/>
              <p:nvPr/>
            </p:nvSpPr>
            <p:spPr>
              <a:xfrm>
                <a:off x="2314821"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Rectángulo 89">
                <a:extLst>
                  <a:ext uri="{FF2B5EF4-FFF2-40B4-BE49-F238E27FC236}">
                    <a16:creationId xmlns:a16="http://schemas.microsoft.com/office/drawing/2014/main" id="{61DD9F48-FBC8-17DE-9960-370A35B529E1}"/>
                  </a:ext>
                </a:extLst>
              </p:cNvPr>
              <p:cNvSpPr/>
              <p:nvPr/>
            </p:nvSpPr>
            <p:spPr>
              <a:xfrm>
                <a:off x="3262784"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Rectángulo 90">
                <a:extLst>
                  <a:ext uri="{FF2B5EF4-FFF2-40B4-BE49-F238E27FC236}">
                    <a16:creationId xmlns:a16="http://schemas.microsoft.com/office/drawing/2014/main" id="{AA4928DC-2806-21E1-8D98-3E4A6F38D9AB}"/>
                  </a:ext>
                </a:extLst>
              </p:cNvPr>
              <p:cNvSpPr/>
              <p:nvPr/>
            </p:nvSpPr>
            <p:spPr>
              <a:xfrm>
                <a:off x="4239946"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Rectángulo 91">
                <a:extLst>
                  <a:ext uri="{FF2B5EF4-FFF2-40B4-BE49-F238E27FC236}">
                    <a16:creationId xmlns:a16="http://schemas.microsoft.com/office/drawing/2014/main" id="{F5D7184B-75F1-F902-19FD-FF6963F80A4F}"/>
                  </a:ext>
                </a:extLst>
              </p:cNvPr>
              <p:cNvSpPr/>
              <p:nvPr/>
            </p:nvSpPr>
            <p:spPr>
              <a:xfrm>
                <a:off x="5217108"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Rectángulo 92">
                <a:extLst>
                  <a:ext uri="{FF2B5EF4-FFF2-40B4-BE49-F238E27FC236}">
                    <a16:creationId xmlns:a16="http://schemas.microsoft.com/office/drawing/2014/main" id="{7F846041-2D36-1CBD-AE4A-AEE497EDD453}"/>
                  </a:ext>
                </a:extLst>
              </p:cNvPr>
              <p:cNvSpPr/>
              <p:nvPr/>
            </p:nvSpPr>
            <p:spPr>
              <a:xfrm>
                <a:off x="6194270"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Rectángulo 93">
                <a:extLst>
                  <a:ext uri="{FF2B5EF4-FFF2-40B4-BE49-F238E27FC236}">
                    <a16:creationId xmlns:a16="http://schemas.microsoft.com/office/drawing/2014/main" id="{6B1EBCCE-75CA-413A-4DAD-4C4E556F118B}"/>
                  </a:ext>
                </a:extLst>
              </p:cNvPr>
              <p:cNvSpPr/>
              <p:nvPr/>
            </p:nvSpPr>
            <p:spPr>
              <a:xfrm>
                <a:off x="7181943"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Rectángulo 94">
                <a:extLst>
                  <a:ext uri="{FF2B5EF4-FFF2-40B4-BE49-F238E27FC236}">
                    <a16:creationId xmlns:a16="http://schemas.microsoft.com/office/drawing/2014/main" id="{B8F28B7C-41F5-757C-F574-D26A487A51FE}"/>
                  </a:ext>
                </a:extLst>
              </p:cNvPr>
              <p:cNvSpPr/>
              <p:nvPr/>
            </p:nvSpPr>
            <p:spPr>
              <a:xfrm>
                <a:off x="2314821"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Rectángulo 95">
                <a:extLst>
                  <a:ext uri="{FF2B5EF4-FFF2-40B4-BE49-F238E27FC236}">
                    <a16:creationId xmlns:a16="http://schemas.microsoft.com/office/drawing/2014/main" id="{EB827255-EA66-0AF1-BA29-69541BC8C0EC}"/>
                  </a:ext>
                </a:extLst>
              </p:cNvPr>
              <p:cNvSpPr/>
              <p:nvPr/>
            </p:nvSpPr>
            <p:spPr>
              <a:xfrm>
                <a:off x="3262784"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Rectángulo 96">
                <a:extLst>
                  <a:ext uri="{FF2B5EF4-FFF2-40B4-BE49-F238E27FC236}">
                    <a16:creationId xmlns:a16="http://schemas.microsoft.com/office/drawing/2014/main" id="{6253E00C-0F05-8A4F-4DF7-08B3E9C8744F}"/>
                  </a:ext>
                </a:extLst>
              </p:cNvPr>
              <p:cNvSpPr/>
              <p:nvPr/>
            </p:nvSpPr>
            <p:spPr>
              <a:xfrm>
                <a:off x="4239946"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Rectángulo 97">
                <a:extLst>
                  <a:ext uri="{FF2B5EF4-FFF2-40B4-BE49-F238E27FC236}">
                    <a16:creationId xmlns:a16="http://schemas.microsoft.com/office/drawing/2014/main" id="{FE7EA1E3-4E16-7FC0-0E10-033D08D08DB5}"/>
                  </a:ext>
                </a:extLst>
              </p:cNvPr>
              <p:cNvSpPr/>
              <p:nvPr/>
            </p:nvSpPr>
            <p:spPr>
              <a:xfrm>
                <a:off x="5217108"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Rectángulo 98">
                <a:extLst>
                  <a:ext uri="{FF2B5EF4-FFF2-40B4-BE49-F238E27FC236}">
                    <a16:creationId xmlns:a16="http://schemas.microsoft.com/office/drawing/2014/main" id="{44DF2281-1EA2-A560-9C38-10D51C3DE00E}"/>
                  </a:ext>
                </a:extLst>
              </p:cNvPr>
              <p:cNvSpPr/>
              <p:nvPr/>
            </p:nvSpPr>
            <p:spPr>
              <a:xfrm>
                <a:off x="6194270"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 name="Rectángulo 99">
                <a:extLst>
                  <a:ext uri="{FF2B5EF4-FFF2-40B4-BE49-F238E27FC236}">
                    <a16:creationId xmlns:a16="http://schemas.microsoft.com/office/drawing/2014/main" id="{5D8BD4F7-2579-9164-EC93-06F46E4E57DD}"/>
                  </a:ext>
                </a:extLst>
              </p:cNvPr>
              <p:cNvSpPr/>
              <p:nvPr/>
            </p:nvSpPr>
            <p:spPr>
              <a:xfrm>
                <a:off x="7181943"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Rectángulo 100">
                <a:extLst>
                  <a:ext uri="{FF2B5EF4-FFF2-40B4-BE49-F238E27FC236}">
                    <a16:creationId xmlns:a16="http://schemas.microsoft.com/office/drawing/2014/main" id="{3BED6EF7-D2A4-83BB-9EBA-76A62EBEFA3C}"/>
                  </a:ext>
                </a:extLst>
              </p:cNvPr>
              <p:cNvSpPr/>
              <p:nvPr/>
            </p:nvSpPr>
            <p:spPr>
              <a:xfrm>
                <a:off x="2314821"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 name="Rectángulo 101">
                <a:extLst>
                  <a:ext uri="{FF2B5EF4-FFF2-40B4-BE49-F238E27FC236}">
                    <a16:creationId xmlns:a16="http://schemas.microsoft.com/office/drawing/2014/main" id="{DE4A404C-C865-F1C3-9BE8-7439BBFE49FF}"/>
                  </a:ext>
                </a:extLst>
              </p:cNvPr>
              <p:cNvSpPr/>
              <p:nvPr/>
            </p:nvSpPr>
            <p:spPr>
              <a:xfrm>
                <a:off x="3262784"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Rectángulo 102">
                <a:extLst>
                  <a:ext uri="{FF2B5EF4-FFF2-40B4-BE49-F238E27FC236}">
                    <a16:creationId xmlns:a16="http://schemas.microsoft.com/office/drawing/2014/main" id="{A1F5A4EA-01C9-01B7-E0D4-9C478BADC902}"/>
                  </a:ext>
                </a:extLst>
              </p:cNvPr>
              <p:cNvSpPr/>
              <p:nvPr/>
            </p:nvSpPr>
            <p:spPr>
              <a:xfrm>
                <a:off x="4239946"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 name="Rectángulo 103">
                <a:extLst>
                  <a:ext uri="{FF2B5EF4-FFF2-40B4-BE49-F238E27FC236}">
                    <a16:creationId xmlns:a16="http://schemas.microsoft.com/office/drawing/2014/main" id="{D88599F7-1743-3774-59D6-AD7421037614}"/>
                  </a:ext>
                </a:extLst>
              </p:cNvPr>
              <p:cNvSpPr/>
              <p:nvPr/>
            </p:nvSpPr>
            <p:spPr>
              <a:xfrm>
                <a:off x="5217108"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Rectángulo 104">
                <a:extLst>
                  <a:ext uri="{FF2B5EF4-FFF2-40B4-BE49-F238E27FC236}">
                    <a16:creationId xmlns:a16="http://schemas.microsoft.com/office/drawing/2014/main" id="{8016D5CD-543F-B093-66BD-97F31D0631CD}"/>
                  </a:ext>
                </a:extLst>
              </p:cNvPr>
              <p:cNvSpPr/>
              <p:nvPr/>
            </p:nvSpPr>
            <p:spPr>
              <a:xfrm>
                <a:off x="6194270"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ángulo 105">
                <a:extLst>
                  <a:ext uri="{FF2B5EF4-FFF2-40B4-BE49-F238E27FC236}">
                    <a16:creationId xmlns:a16="http://schemas.microsoft.com/office/drawing/2014/main" id="{AA5916F2-9383-A4EF-CBBE-63276603165C}"/>
                  </a:ext>
                </a:extLst>
              </p:cNvPr>
              <p:cNvSpPr/>
              <p:nvPr/>
            </p:nvSpPr>
            <p:spPr>
              <a:xfrm>
                <a:off x="7181943"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40" name="Imagen 39">
              <a:extLst>
                <a:ext uri="{FF2B5EF4-FFF2-40B4-BE49-F238E27FC236}">
                  <a16:creationId xmlns:a16="http://schemas.microsoft.com/office/drawing/2014/main" id="{53A33514-980C-B7C8-7BB7-AE4B89E201F2}"/>
                </a:ext>
              </a:extLst>
            </p:cNvPr>
            <p:cNvPicPr>
              <a:picLocks noChangeAspect="1"/>
            </p:cNvPicPr>
            <p:nvPr/>
          </p:nvPicPr>
          <p:blipFill rotWithShape="1">
            <a:blip r:embed="rId5"/>
            <a:srcRect l="4914" r="54298"/>
            <a:stretch/>
          </p:blipFill>
          <p:spPr>
            <a:xfrm>
              <a:off x="3851659" y="2293296"/>
              <a:ext cx="479888" cy="486915"/>
            </a:xfrm>
            <a:prstGeom prst="rect">
              <a:avLst/>
            </a:prstGeom>
          </p:spPr>
        </p:pic>
        <p:pic>
          <p:nvPicPr>
            <p:cNvPr id="43" name="Imagen 42">
              <a:extLst>
                <a:ext uri="{FF2B5EF4-FFF2-40B4-BE49-F238E27FC236}">
                  <a16:creationId xmlns:a16="http://schemas.microsoft.com/office/drawing/2014/main" id="{AF806739-EEB8-D491-9115-2636F2B4B021}"/>
                </a:ext>
              </a:extLst>
            </p:cNvPr>
            <p:cNvPicPr>
              <a:picLocks noChangeAspect="1"/>
            </p:cNvPicPr>
            <p:nvPr/>
          </p:nvPicPr>
          <p:blipFill rotWithShape="1">
            <a:blip r:embed="rId5"/>
            <a:srcRect l="4914" r="54298"/>
            <a:stretch/>
          </p:blipFill>
          <p:spPr>
            <a:xfrm>
              <a:off x="3851659" y="4010455"/>
              <a:ext cx="479888" cy="486915"/>
            </a:xfrm>
            <a:prstGeom prst="rect">
              <a:avLst/>
            </a:prstGeom>
          </p:spPr>
        </p:pic>
        <p:pic>
          <p:nvPicPr>
            <p:cNvPr id="44" name="Imagen 43">
              <a:extLst>
                <a:ext uri="{FF2B5EF4-FFF2-40B4-BE49-F238E27FC236}">
                  <a16:creationId xmlns:a16="http://schemas.microsoft.com/office/drawing/2014/main" id="{5D93B758-E2CA-4B74-2CAD-D5F777384ED8}"/>
                </a:ext>
              </a:extLst>
            </p:cNvPr>
            <p:cNvPicPr>
              <a:picLocks noChangeAspect="1"/>
            </p:cNvPicPr>
            <p:nvPr/>
          </p:nvPicPr>
          <p:blipFill rotWithShape="1">
            <a:blip r:embed="rId5"/>
            <a:srcRect l="4914" r="54298"/>
            <a:stretch/>
          </p:blipFill>
          <p:spPr>
            <a:xfrm>
              <a:off x="3851659" y="2888261"/>
              <a:ext cx="479888" cy="486915"/>
            </a:xfrm>
            <a:prstGeom prst="rect">
              <a:avLst/>
            </a:prstGeom>
          </p:spPr>
        </p:pic>
        <p:pic>
          <p:nvPicPr>
            <p:cNvPr id="45" name="Imagen 44">
              <a:extLst>
                <a:ext uri="{FF2B5EF4-FFF2-40B4-BE49-F238E27FC236}">
                  <a16:creationId xmlns:a16="http://schemas.microsoft.com/office/drawing/2014/main" id="{BC8F5C86-AC16-3F21-C6F1-3A31F201B0FE}"/>
                </a:ext>
              </a:extLst>
            </p:cNvPr>
            <p:cNvPicPr>
              <a:picLocks noChangeAspect="1"/>
            </p:cNvPicPr>
            <p:nvPr/>
          </p:nvPicPr>
          <p:blipFill rotWithShape="1">
            <a:blip r:embed="rId5"/>
            <a:srcRect l="4914" r="54298"/>
            <a:stretch/>
          </p:blipFill>
          <p:spPr>
            <a:xfrm>
              <a:off x="3851659" y="3440891"/>
              <a:ext cx="479888" cy="486915"/>
            </a:xfrm>
            <a:prstGeom prst="rect">
              <a:avLst/>
            </a:prstGeom>
          </p:spPr>
        </p:pic>
        <p:pic>
          <p:nvPicPr>
            <p:cNvPr id="46" name="Imagen 45">
              <a:extLst>
                <a:ext uri="{FF2B5EF4-FFF2-40B4-BE49-F238E27FC236}">
                  <a16:creationId xmlns:a16="http://schemas.microsoft.com/office/drawing/2014/main" id="{06E18DC8-81C4-910C-608F-4EA69A38548B}"/>
                </a:ext>
              </a:extLst>
            </p:cNvPr>
            <p:cNvPicPr>
              <a:picLocks noChangeAspect="1"/>
            </p:cNvPicPr>
            <p:nvPr/>
          </p:nvPicPr>
          <p:blipFill rotWithShape="1">
            <a:blip r:embed="rId5"/>
            <a:srcRect l="4914" r="54298"/>
            <a:stretch/>
          </p:blipFill>
          <p:spPr>
            <a:xfrm>
              <a:off x="4378709" y="2299846"/>
              <a:ext cx="479888" cy="486915"/>
            </a:xfrm>
            <a:prstGeom prst="rect">
              <a:avLst/>
            </a:prstGeom>
          </p:spPr>
        </p:pic>
        <p:pic>
          <p:nvPicPr>
            <p:cNvPr id="47" name="Imagen 46">
              <a:extLst>
                <a:ext uri="{FF2B5EF4-FFF2-40B4-BE49-F238E27FC236}">
                  <a16:creationId xmlns:a16="http://schemas.microsoft.com/office/drawing/2014/main" id="{69FFB036-0033-F9B4-36FD-980A975C7CA2}"/>
                </a:ext>
              </a:extLst>
            </p:cNvPr>
            <p:cNvPicPr>
              <a:picLocks noChangeAspect="1"/>
            </p:cNvPicPr>
            <p:nvPr/>
          </p:nvPicPr>
          <p:blipFill rotWithShape="1">
            <a:blip r:embed="rId5"/>
            <a:srcRect l="4914" r="54298"/>
            <a:stretch/>
          </p:blipFill>
          <p:spPr>
            <a:xfrm>
              <a:off x="4378709" y="4017005"/>
              <a:ext cx="479888" cy="486915"/>
            </a:xfrm>
            <a:prstGeom prst="rect">
              <a:avLst/>
            </a:prstGeom>
          </p:spPr>
        </p:pic>
        <p:pic>
          <p:nvPicPr>
            <p:cNvPr id="16" name="Imagen 15">
              <a:extLst>
                <a:ext uri="{FF2B5EF4-FFF2-40B4-BE49-F238E27FC236}">
                  <a16:creationId xmlns:a16="http://schemas.microsoft.com/office/drawing/2014/main" id="{7D407DA2-0773-9008-AF0E-64C253ED79D3}"/>
                </a:ext>
              </a:extLst>
            </p:cNvPr>
            <p:cNvPicPr>
              <a:picLocks noChangeAspect="1"/>
            </p:cNvPicPr>
            <p:nvPr/>
          </p:nvPicPr>
          <p:blipFill rotWithShape="1">
            <a:blip r:embed="rId5"/>
            <a:srcRect l="4914" r="54298"/>
            <a:stretch/>
          </p:blipFill>
          <p:spPr>
            <a:xfrm>
              <a:off x="4378709" y="2894811"/>
              <a:ext cx="479888" cy="486915"/>
            </a:xfrm>
            <a:prstGeom prst="rect">
              <a:avLst/>
            </a:prstGeom>
          </p:spPr>
        </p:pic>
        <p:pic>
          <p:nvPicPr>
            <p:cNvPr id="17" name="Imagen 16">
              <a:extLst>
                <a:ext uri="{FF2B5EF4-FFF2-40B4-BE49-F238E27FC236}">
                  <a16:creationId xmlns:a16="http://schemas.microsoft.com/office/drawing/2014/main" id="{96990E0E-8047-2962-B36C-B5AF7D5D84A5}"/>
                </a:ext>
              </a:extLst>
            </p:cNvPr>
            <p:cNvPicPr>
              <a:picLocks noChangeAspect="1"/>
            </p:cNvPicPr>
            <p:nvPr/>
          </p:nvPicPr>
          <p:blipFill rotWithShape="1">
            <a:blip r:embed="rId5"/>
            <a:srcRect l="4914" r="54298"/>
            <a:stretch/>
          </p:blipFill>
          <p:spPr>
            <a:xfrm>
              <a:off x="4378709" y="3447441"/>
              <a:ext cx="479888" cy="486915"/>
            </a:xfrm>
            <a:prstGeom prst="rect">
              <a:avLst/>
            </a:prstGeom>
          </p:spPr>
        </p:pic>
        <p:pic>
          <p:nvPicPr>
            <p:cNvPr id="18" name="Imagen 17">
              <a:extLst>
                <a:ext uri="{FF2B5EF4-FFF2-40B4-BE49-F238E27FC236}">
                  <a16:creationId xmlns:a16="http://schemas.microsoft.com/office/drawing/2014/main" id="{7C8B51A2-6026-7C6B-C5BF-E55FD0E501E4}"/>
                </a:ext>
              </a:extLst>
            </p:cNvPr>
            <p:cNvPicPr>
              <a:picLocks noChangeAspect="1"/>
            </p:cNvPicPr>
            <p:nvPr/>
          </p:nvPicPr>
          <p:blipFill rotWithShape="1">
            <a:blip r:embed="rId5"/>
            <a:srcRect l="55407" r="5195"/>
            <a:stretch/>
          </p:blipFill>
          <p:spPr>
            <a:xfrm>
              <a:off x="6318250" y="3612276"/>
              <a:ext cx="660400" cy="693685"/>
            </a:xfrm>
            <a:prstGeom prst="rect">
              <a:avLst/>
            </a:prstGeom>
          </p:spPr>
        </p:pic>
        <p:pic>
          <p:nvPicPr>
            <p:cNvPr id="19" name="Imagen 18">
              <a:extLst>
                <a:ext uri="{FF2B5EF4-FFF2-40B4-BE49-F238E27FC236}">
                  <a16:creationId xmlns:a16="http://schemas.microsoft.com/office/drawing/2014/main" id="{1CA8BE7D-7EE9-0F8D-BF22-398C8CC57F15}"/>
                </a:ext>
              </a:extLst>
            </p:cNvPr>
            <p:cNvPicPr>
              <a:picLocks noChangeAspect="1"/>
            </p:cNvPicPr>
            <p:nvPr/>
          </p:nvPicPr>
          <p:blipFill rotWithShape="1">
            <a:blip r:embed="rId5"/>
            <a:srcRect l="55407" r="5195"/>
            <a:stretch/>
          </p:blipFill>
          <p:spPr>
            <a:xfrm>
              <a:off x="6324600" y="2551786"/>
              <a:ext cx="660400" cy="693685"/>
            </a:xfrm>
            <a:prstGeom prst="rect">
              <a:avLst/>
            </a:prstGeom>
          </p:spPr>
        </p:pic>
        <p:pic>
          <p:nvPicPr>
            <p:cNvPr id="20" name="Imagen 19">
              <a:extLst>
                <a:ext uri="{FF2B5EF4-FFF2-40B4-BE49-F238E27FC236}">
                  <a16:creationId xmlns:a16="http://schemas.microsoft.com/office/drawing/2014/main" id="{444265BF-EC89-3FB0-F7CF-2C752DB0F020}"/>
                </a:ext>
              </a:extLst>
            </p:cNvPr>
            <p:cNvPicPr>
              <a:picLocks noChangeAspect="1"/>
            </p:cNvPicPr>
            <p:nvPr/>
          </p:nvPicPr>
          <p:blipFill rotWithShape="1">
            <a:blip r:embed="rId6"/>
            <a:srcRect l="12101" t="8804" r="10659" b="4283"/>
            <a:stretch/>
          </p:blipFill>
          <p:spPr>
            <a:xfrm>
              <a:off x="7431327" y="2038209"/>
              <a:ext cx="1481666" cy="2781581"/>
            </a:xfrm>
            <a:prstGeom prst="rect">
              <a:avLst/>
            </a:prstGeom>
          </p:spPr>
        </p:pic>
        <p:sp>
          <p:nvSpPr>
            <p:cNvPr id="21" name="Rectángulo 20">
              <a:extLst>
                <a:ext uri="{FF2B5EF4-FFF2-40B4-BE49-F238E27FC236}">
                  <a16:creationId xmlns:a16="http://schemas.microsoft.com/office/drawing/2014/main" id="{0C609269-30C8-60D3-C79A-0960A50B82BC}"/>
                </a:ext>
              </a:extLst>
            </p:cNvPr>
            <p:cNvSpPr/>
            <p:nvPr/>
          </p:nvSpPr>
          <p:spPr>
            <a:xfrm>
              <a:off x="4950484" y="2240583"/>
              <a:ext cx="1261763" cy="1188417"/>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ángulo 21">
              <a:extLst>
                <a:ext uri="{FF2B5EF4-FFF2-40B4-BE49-F238E27FC236}">
                  <a16:creationId xmlns:a16="http://schemas.microsoft.com/office/drawing/2014/main" id="{245E30F7-92F1-447F-01FC-95CEA29A6233}"/>
                </a:ext>
              </a:extLst>
            </p:cNvPr>
            <p:cNvSpPr/>
            <p:nvPr/>
          </p:nvSpPr>
          <p:spPr>
            <a:xfrm>
              <a:off x="4948413" y="3447441"/>
              <a:ext cx="1261762" cy="1124559"/>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Conector recto 22">
              <a:extLst>
                <a:ext uri="{FF2B5EF4-FFF2-40B4-BE49-F238E27FC236}">
                  <a16:creationId xmlns:a16="http://schemas.microsoft.com/office/drawing/2014/main" id="{FA844D98-08DB-32F7-70A0-8BA3550CCE59}"/>
                </a:ext>
              </a:extLst>
            </p:cNvPr>
            <p:cNvCxnSpPr>
              <a:endCxn id="35" idx="2"/>
            </p:cNvCxnSpPr>
            <p:nvPr/>
          </p:nvCxnSpPr>
          <p:spPr>
            <a:xfrm flipH="1">
              <a:off x="2447201" y="2536753"/>
              <a:ext cx="2171452"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4" name="Conector recto 23">
              <a:extLst>
                <a:ext uri="{FF2B5EF4-FFF2-40B4-BE49-F238E27FC236}">
                  <a16:creationId xmlns:a16="http://schemas.microsoft.com/office/drawing/2014/main" id="{1324A4C3-C382-7E41-1EC5-685100BF155C}"/>
                </a:ext>
              </a:extLst>
            </p:cNvPr>
            <p:cNvCxnSpPr/>
            <p:nvPr/>
          </p:nvCxnSpPr>
          <p:spPr>
            <a:xfrm flipH="1">
              <a:off x="2354067" y="3120953"/>
              <a:ext cx="2171452"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5" name="Conector recto 24">
              <a:extLst>
                <a:ext uri="{FF2B5EF4-FFF2-40B4-BE49-F238E27FC236}">
                  <a16:creationId xmlns:a16="http://schemas.microsoft.com/office/drawing/2014/main" id="{D04C4A24-CCE1-3A7A-B61C-BA96A542EFA3}"/>
                </a:ext>
              </a:extLst>
            </p:cNvPr>
            <p:cNvCxnSpPr/>
            <p:nvPr/>
          </p:nvCxnSpPr>
          <p:spPr>
            <a:xfrm flipH="1">
              <a:off x="2404867" y="3705152"/>
              <a:ext cx="2171452"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6" name="Conector recto 25">
              <a:extLst>
                <a:ext uri="{FF2B5EF4-FFF2-40B4-BE49-F238E27FC236}">
                  <a16:creationId xmlns:a16="http://schemas.microsoft.com/office/drawing/2014/main" id="{2285EBF8-0D9A-526F-EABF-5C02B57B7438}"/>
                </a:ext>
              </a:extLst>
            </p:cNvPr>
            <p:cNvCxnSpPr/>
            <p:nvPr/>
          </p:nvCxnSpPr>
          <p:spPr>
            <a:xfrm flipH="1">
              <a:off x="2472599" y="4221620"/>
              <a:ext cx="2171452" cy="0"/>
            </a:xfrm>
            <a:prstGeom prst="line">
              <a:avLst/>
            </a:prstGeom>
          </p:spPr>
          <p:style>
            <a:lnRef idx="1">
              <a:schemeClr val="accent6"/>
            </a:lnRef>
            <a:fillRef idx="0">
              <a:schemeClr val="accent6"/>
            </a:fillRef>
            <a:effectRef idx="0">
              <a:schemeClr val="accent6"/>
            </a:effectRef>
            <a:fontRef idx="minor">
              <a:schemeClr val="tx1"/>
            </a:fontRef>
          </p:style>
        </p:cxnSp>
        <p:grpSp>
          <p:nvGrpSpPr>
            <p:cNvPr id="27" name="Grupo 26">
              <a:extLst>
                <a:ext uri="{FF2B5EF4-FFF2-40B4-BE49-F238E27FC236}">
                  <a16:creationId xmlns:a16="http://schemas.microsoft.com/office/drawing/2014/main" id="{A10A64E9-37F4-E3F2-3BB7-0A462261DEDB}"/>
                </a:ext>
              </a:extLst>
            </p:cNvPr>
            <p:cNvGrpSpPr/>
            <p:nvPr/>
          </p:nvGrpSpPr>
          <p:grpSpPr>
            <a:xfrm>
              <a:off x="4962382" y="2326071"/>
              <a:ext cx="1212430" cy="2177849"/>
              <a:chOff x="252646" y="2181330"/>
              <a:chExt cx="717970" cy="1247669"/>
            </a:xfrm>
          </p:grpSpPr>
          <p:pic>
            <p:nvPicPr>
              <p:cNvPr id="30" name="Imagen 29">
                <a:extLst>
                  <a:ext uri="{FF2B5EF4-FFF2-40B4-BE49-F238E27FC236}">
                    <a16:creationId xmlns:a16="http://schemas.microsoft.com/office/drawing/2014/main" id="{BDC64D1C-6B52-4FB7-E932-E151C3675BBF}"/>
                  </a:ext>
                </a:extLst>
              </p:cNvPr>
              <p:cNvPicPr>
                <a:picLocks noChangeAspect="1"/>
              </p:cNvPicPr>
              <p:nvPr/>
            </p:nvPicPr>
            <p:blipFill rotWithShape="1">
              <a:blip r:embed="rId7"/>
              <a:srcRect l="58326" t="70289" r="9926" b="12952"/>
              <a:stretch/>
            </p:blipFill>
            <p:spPr>
              <a:xfrm>
                <a:off x="252646" y="2827268"/>
                <a:ext cx="704656" cy="601731"/>
              </a:xfrm>
              <a:prstGeom prst="rect">
                <a:avLst/>
              </a:prstGeom>
            </p:spPr>
          </p:pic>
          <p:pic>
            <p:nvPicPr>
              <p:cNvPr id="31" name="Imagen 30">
                <a:extLst>
                  <a:ext uri="{FF2B5EF4-FFF2-40B4-BE49-F238E27FC236}">
                    <a16:creationId xmlns:a16="http://schemas.microsoft.com/office/drawing/2014/main" id="{B6946B72-9DDE-E360-B49D-C9402E02B4E9}"/>
                  </a:ext>
                </a:extLst>
              </p:cNvPr>
              <p:cNvPicPr>
                <a:picLocks noChangeAspect="1"/>
              </p:cNvPicPr>
              <p:nvPr/>
            </p:nvPicPr>
            <p:blipFill rotWithShape="1">
              <a:blip r:embed="rId7"/>
              <a:srcRect l="58325" t="22530" r="9666" b="60550"/>
              <a:stretch/>
            </p:blipFill>
            <p:spPr>
              <a:xfrm>
                <a:off x="260153" y="2181330"/>
                <a:ext cx="710463" cy="607517"/>
              </a:xfrm>
              <a:prstGeom prst="rect">
                <a:avLst/>
              </a:prstGeom>
            </p:spPr>
          </p:pic>
        </p:grpSp>
        <p:cxnSp>
          <p:nvCxnSpPr>
            <p:cNvPr id="28" name="Conector recto 27">
              <a:extLst>
                <a:ext uri="{FF2B5EF4-FFF2-40B4-BE49-F238E27FC236}">
                  <a16:creationId xmlns:a16="http://schemas.microsoft.com/office/drawing/2014/main" id="{1B2B6CB2-A270-7E74-AD9F-B35B65A9B78E}"/>
                </a:ext>
              </a:extLst>
            </p:cNvPr>
            <p:cNvCxnSpPr>
              <a:cxnSpLocks/>
            </p:cNvCxnSpPr>
            <p:nvPr/>
          </p:nvCxnSpPr>
          <p:spPr>
            <a:xfrm>
              <a:off x="5914456" y="2536753"/>
              <a:ext cx="727644" cy="358058"/>
            </a:xfrm>
            <a:prstGeom prst="line">
              <a:avLst/>
            </a:prstGeom>
            <a:ln>
              <a:solidFill>
                <a:srgbClr val="00B050"/>
              </a:solidFill>
            </a:ln>
          </p:spPr>
          <p:style>
            <a:lnRef idx="1">
              <a:schemeClr val="accent6"/>
            </a:lnRef>
            <a:fillRef idx="0">
              <a:schemeClr val="accent6"/>
            </a:fillRef>
            <a:effectRef idx="0">
              <a:schemeClr val="accent6"/>
            </a:effectRef>
            <a:fontRef idx="minor">
              <a:schemeClr val="tx1"/>
            </a:fontRef>
          </p:style>
        </p:cxnSp>
        <p:cxnSp>
          <p:nvCxnSpPr>
            <p:cNvPr id="29" name="Conector recto 28">
              <a:extLst>
                <a:ext uri="{FF2B5EF4-FFF2-40B4-BE49-F238E27FC236}">
                  <a16:creationId xmlns:a16="http://schemas.microsoft.com/office/drawing/2014/main" id="{649B15F2-07B6-F13F-6FC4-1D57B09CAD2B}"/>
                </a:ext>
              </a:extLst>
            </p:cNvPr>
            <p:cNvCxnSpPr>
              <a:cxnSpLocks/>
            </p:cNvCxnSpPr>
            <p:nvPr/>
          </p:nvCxnSpPr>
          <p:spPr>
            <a:xfrm>
              <a:off x="5237078" y="2551786"/>
              <a:ext cx="1417722" cy="343025"/>
            </a:xfrm>
            <a:prstGeom prst="line">
              <a:avLst/>
            </a:prstGeom>
            <a:ln>
              <a:solidFill>
                <a:srgbClr val="00B050"/>
              </a:solidFill>
            </a:ln>
          </p:spPr>
          <p:style>
            <a:lnRef idx="1">
              <a:schemeClr val="accent6"/>
            </a:lnRef>
            <a:fillRef idx="0">
              <a:schemeClr val="accent6"/>
            </a:fillRef>
            <a:effectRef idx="0">
              <a:schemeClr val="accent6"/>
            </a:effectRef>
            <a:fontRef idx="minor">
              <a:schemeClr val="tx1"/>
            </a:fontRef>
          </p:style>
        </p:cxnSp>
        <p:cxnSp>
          <p:nvCxnSpPr>
            <p:cNvPr id="73" name="Conector recto 72">
              <a:extLst>
                <a:ext uri="{FF2B5EF4-FFF2-40B4-BE49-F238E27FC236}">
                  <a16:creationId xmlns:a16="http://schemas.microsoft.com/office/drawing/2014/main" id="{DAFEB2E6-666E-366C-6F7C-74707624BB61}"/>
                </a:ext>
              </a:extLst>
            </p:cNvPr>
            <p:cNvCxnSpPr>
              <a:cxnSpLocks/>
            </p:cNvCxnSpPr>
            <p:nvPr/>
          </p:nvCxnSpPr>
          <p:spPr>
            <a:xfrm flipV="1">
              <a:off x="5260626" y="2901938"/>
              <a:ext cx="1387824" cy="244044"/>
            </a:xfrm>
            <a:prstGeom prst="line">
              <a:avLst/>
            </a:prstGeom>
            <a:ln>
              <a:solidFill>
                <a:srgbClr val="00B050"/>
              </a:solidFill>
            </a:ln>
          </p:spPr>
          <p:style>
            <a:lnRef idx="1">
              <a:schemeClr val="accent6"/>
            </a:lnRef>
            <a:fillRef idx="0">
              <a:schemeClr val="accent6"/>
            </a:fillRef>
            <a:effectRef idx="0">
              <a:schemeClr val="accent6"/>
            </a:effectRef>
            <a:fontRef idx="minor">
              <a:schemeClr val="tx1"/>
            </a:fontRef>
          </p:style>
        </p:cxnSp>
        <p:cxnSp>
          <p:nvCxnSpPr>
            <p:cNvPr id="75" name="Conector recto 74">
              <a:extLst>
                <a:ext uri="{FF2B5EF4-FFF2-40B4-BE49-F238E27FC236}">
                  <a16:creationId xmlns:a16="http://schemas.microsoft.com/office/drawing/2014/main" id="{32F10472-7D9F-D3F4-5282-46D409906D39}"/>
                </a:ext>
              </a:extLst>
            </p:cNvPr>
            <p:cNvCxnSpPr>
              <a:cxnSpLocks/>
            </p:cNvCxnSpPr>
            <p:nvPr/>
          </p:nvCxnSpPr>
          <p:spPr>
            <a:xfrm flipV="1">
              <a:off x="5861309" y="2888261"/>
              <a:ext cx="790316" cy="309703"/>
            </a:xfrm>
            <a:prstGeom prst="line">
              <a:avLst/>
            </a:prstGeom>
            <a:ln>
              <a:solidFill>
                <a:srgbClr val="00B050"/>
              </a:solidFill>
            </a:ln>
          </p:spPr>
          <p:style>
            <a:lnRef idx="1">
              <a:schemeClr val="accent6"/>
            </a:lnRef>
            <a:fillRef idx="0">
              <a:schemeClr val="accent6"/>
            </a:fillRef>
            <a:effectRef idx="0">
              <a:schemeClr val="accent6"/>
            </a:effectRef>
            <a:fontRef idx="minor">
              <a:schemeClr val="tx1"/>
            </a:fontRef>
          </p:style>
        </p:cxnSp>
        <p:cxnSp>
          <p:nvCxnSpPr>
            <p:cNvPr id="77" name="Conector recto 76">
              <a:extLst>
                <a:ext uri="{FF2B5EF4-FFF2-40B4-BE49-F238E27FC236}">
                  <a16:creationId xmlns:a16="http://schemas.microsoft.com/office/drawing/2014/main" id="{4BBA52FC-A850-FC6F-EC64-B788CD42D4B9}"/>
                </a:ext>
              </a:extLst>
            </p:cNvPr>
            <p:cNvCxnSpPr>
              <a:cxnSpLocks/>
            </p:cNvCxnSpPr>
            <p:nvPr/>
          </p:nvCxnSpPr>
          <p:spPr>
            <a:xfrm>
              <a:off x="5853256" y="3618567"/>
              <a:ext cx="727644" cy="358058"/>
            </a:xfrm>
            <a:prstGeom prst="line">
              <a:avLst/>
            </a:prstGeom>
            <a:ln>
              <a:solidFill>
                <a:srgbClr val="00B050"/>
              </a:solidFill>
            </a:ln>
          </p:spPr>
          <p:style>
            <a:lnRef idx="1">
              <a:schemeClr val="accent6"/>
            </a:lnRef>
            <a:fillRef idx="0">
              <a:schemeClr val="accent6"/>
            </a:fillRef>
            <a:effectRef idx="0">
              <a:schemeClr val="accent6"/>
            </a:effectRef>
            <a:fontRef idx="minor">
              <a:schemeClr val="tx1"/>
            </a:fontRef>
          </p:style>
        </p:cxnSp>
        <p:cxnSp>
          <p:nvCxnSpPr>
            <p:cNvPr id="78" name="Conector recto 77">
              <a:extLst>
                <a:ext uri="{FF2B5EF4-FFF2-40B4-BE49-F238E27FC236}">
                  <a16:creationId xmlns:a16="http://schemas.microsoft.com/office/drawing/2014/main" id="{859C3BFD-D11B-9787-40CD-BA72A41ABBF7}"/>
                </a:ext>
              </a:extLst>
            </p:cNvPr>
            <p:cNvCxnSpPr>
              <a:cxnSpLocks/>
            </p:cNvCxnSpPr>
            <p:nvPr/>
          </p:nvCxnSpPr>
          <p:spPr>
            <a:xfrm>
              <a:off x="5175878" y="3633600"/>
              <a:ext cx="1417722" cy="343025"/>
            </a:xfrm>
            <a:prstGeom prst="line">
              <a:avLst/>
            </a:prstGeom>
            <a:ln>
              <a:solidFill>
                <a:srgbClr val="00B050"/>
              </a:solidFill>
            </a:ln>
          </p:spPr>
          <p:style>
            <a:lnRef idx="1">
              <a:schemeClr val="accent6"/>
            </a:lnRef>
            <a:fillRef idx="0">
              <a:schemeClr val="accent6"/>
            </a:fillRef>
            <a:effectRef idx="0">
              <a:schemeClr val="accent6"/>
            </a:effectRef>
            <a:fontRef idx="minor">
              <a:schemeClr val="tx1"/>
            </a:fontRef>
          </p:style>
        </p:cxnSp>
        <p:cxnSp>
          <p:nvCxnSpPr>
            <p:cNvPr id="79" name="Conector recto 78">
              <a:extLst>
                <a:ext uri="{FF2B5EF4-FFF2-40B4-BE49-F238E27FC236}">
                  <a16:creationId xmlns:a16="http://schemas.microsoft.com/office/drawing/2014/main" id="{0AB44DD4-D83C-C4D7-EEE6-83CE632D2B14}"/>
                </a:ext>
              </a:extLst>
            </p:cNvPr>
            <p:cNvCxnSpPr>
              <a:cxnSpLocks/>
            </p:cNvCxnSpPr>
            <p:nvPr/>
          </p:nvCxnSpPr>
          <p:spPr>
            <a:xfrm flipV="1">
              <a:off x="5199426" y="3983752"/>
              <a:ext cx="1387824" cy="244044"/>
            </a:xfrm>
            <a:prstGeom prst="line">
              <a:avLst/>
            </a:prstGeom>
            <a:ln>
              <a:solidFill>
                <a:srgbClr val="00B050"/>
              </a:solidFill>
            </a:ln>
          </p:spPr>
          <p:style>
            <a:lnRef idx="1">
              <a:schemeClr val="accent6"/>
            </a:lnRef>
            <a:fillRef idx="0">
              <a:schemeClr val="accent6"/>
            </a:fillRef>
            <a:effectRef idx="0">
              <a:schemeClr val="accent6"/>
            </a:effectRef>
            <a:fontRef idx="minor">
              <a:schemeClr val="tx1"/>
            </a:fontRef>
          </p:style>
        </p:cxnSp>
        <p:cxnSp>
          <p:nvCxnSpPr>
            <p:cNvPr id="80" name="Conector recto 79">
              <a:extLst>
                <a:ext uri="{FF2B5EF4-FFF2-40B4-BE49-F238E27FC236}">
                  <a16:creationId xmlns:a16="http://schemas.microsoft.com/office/drawing/2014/main" id="{350D7DF2-E0CF-24EB-FF17-59536CE36A79}"/>
                </a:ext>
              </a:extLst>
            </p:cNvPr>
            <p:cNvCxnSpPr>
              <a:cxnSpLocks/>
            </p:cNvCxnSpPr>
            <p:nvPr/>
          </p:nvCxnSpPr>
          <p:spPr>
            <a:xfrm flipV="1">
              <a:off x="5800109" y="3970075"/>
              <a:ext cx="790316" cy="309703"/>
            </a:xfrm>
            <a:prstGeom prst="line">
              <a:avLst/>
            </a:prstGeom>
            <a:ln>
              <a:solidFill>
                <a:srgbClr val="00B050"/>
              </a:solidFill>
            </a:ln>
          </p:spPr>
          <p:style>
            <a:lnRef idx="1">
              <a:schemeClr val="accent6"/>
            </a:lnRef>
            <a:fillRef idx="0">
              <a:schemeClr val="accent6"/>
            </a:fillRef>
            <a:effectRef idx="0">
              <a:schemeClr val="accent6"/>
            </a:effectRef>
            <a:fontRef idx="minor">
              <a:schemeClr val="tx1"/>
            </a:fontRef>
          </p:style>
        </p:cxnSp>
      </p:grpSp>
      <p:sp>
        <p:nvSpPr>
          <p:cNvPr id="107" name="CuadroTexto 106">
            <a:extLst>
              <a:ext uri="{FF2B5EF4-FFF2-40B4-BE49-F238E27FC236}">
                <a16:creationId xmlns:a16="http://schemas.microsoft.com/office/drawing/2014/main" id="{E045E9E5-973C-F849-6E31-2D4A4F58FE7B}"/>
              </a:ext>
            </a:extLst>
          </p:cNvPr>
          <p:cNvSpPr txBox="1"/>
          <p:nvPr/>
        </p:nvSpPr>
        <p:spPr>
          <a:xfrm>
            <a:off x="245064" y="1782246"/>
            <a:ext cx="1140974" cy="646331"/>
          </a:xfrm>
          <a:prstGeom prst="rect">
            <a:avLst/>
          </a:prstGeom>
          <a:noFill/>
        </p:spPr>
        <p:txBody>
          <a:bodyPr wrap="square" rtlCol="0">
            <a:spAutoFit/>
          </a:bodyPr>
          <a:lstStyle/>
          <a:p>
            <a:pPr algn="ctr"/>
            <a:r>
              <a:rPr lang="es-CO" b="1" dirty="0">
                <a:latin typeface="Eco Sans Bold"/>
              </a:rPr>
              <a:t>Neuronas Simples</a:t>
            </a:r>
            <a:endParaRPr lang="en-US" b="1" dirty="0">
              <a:latin typeface="Eco Sans Bold"/>
            </a:endParaRPr>
          </a:p>
        </p:txBody>
      </p:sp>
      <p:sp>
        <p:nvSpPr>
          <p:cNvPr id="108" name="CuadroTexto 107">
            <a:extLst>
              <a:ext uri="{FF2B5EF4-FFF2-40B4-BE49-F238E27FC236}">
                <a16:creationId xmlns:a16="http://schemas.microsoft.com/office/drawing/2014/main" id="{807C0534-6874-C60E-4FE0-E0FA5473D28E}"/>
              </a:ext>
            </a:extLst>
          </p:cNvPr>
          <p:cNvSpPr txBox="1"/>
          <p:nvPr/>
        </p:nvSpPr>
        <p:spPr>
          <a:xfrm>
            <a:off x="2561070" y="3819456"/>
            <a:ext cx="1261762" cy="646331"/>
          </a:xfrm>
          <a:prstGeom prst="rect">
            <a:avLst/>
          </a:prstGeom>
          <a:noFill/>
        </p:spPr>
        <p:txBody>
          <a:bodyPr wrap="square" rtlCol="0">
            <a:spAutoFit/>
          </a:bodyPr>
          <a:lstStyle/>
          <a:p>
            <a:pPr algn="ctr"/>
            <a:r>
              <a:rPr lang="es-CO" b="1" dirty="0">
                <a:latin typeface="Eco Sans Bold"/>
              </a:rPr>
              <a:t>Neuronas Complejas</a:t>
            </a:r>
            <a:endParaRPr lang="en-US" b="1" dirty="0">
              <a:latin typeface="Eco Sans Bold"/>
            </a:endParaRPr>
          </a:p>
        </p:txBody>
      </p:sp>
    </p:spTree>
    <p:extLst>
      <p:ext uri="{BB962C8B-B14F-4D97-AF65-F5344CB8AC3E}">
        <p14:creationId xmlns:p14="http://schemas.microsoft.com/office/powerpoint/2010/main" val="3060887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o 13">
            <a:extLst>
              <a:ext uri="{FF2B5EF4-FFF2-40B4-BE49-F238E27FC236}">
                <a16:creationId xmlns:a16="http://schemas.microsoft.com/office/drawing/2014/main" id="{39B867A1-D017-2655-8C9F-5D611D39AC8B}"/>
              </a:ext>
            </a:extLst>
          </p:cNvPr>
          <p:cNvGrpSpPr/>
          <p:nvPr/>
        </p:nvGrpSpPr>
        <p:grpSpPr>
          <a:xfrm>
            <a:off x="3114387" y="1520463"/>
            <a:ext cx="6735748" cy="3621041"/>
            <a:chOff x="2608447" y="1183579"/>
            <a:chExt cx="6735748" cy="3621041"/>
          </a:xfrm>
        </p:grpSpPr>
        <p:pic>
          <p:nvPicPr>
            <p:cNvPr id="6" name="Imagen 5">
              <a:extLst>
                <a:ext uri="{FF2B5EF4-FFF2-40B4-BE49-F238E27FC236}">
                  <a16:creationId xmlns:a16="http://schemas.microsoft.com/office/drawing/2014/main" id="{F25CAD94-2557-A0C5-4B73-BAC52A3470C5}"/>
                </a:ext>
              </a:extLst>
            </p:cNvPr>
            <p:cNvPicPr>
              <a:picLocks noChangeAspect="1"/>
            </p:cNvPicPr>
            <p:nvPr/>
          </p:nvPicPr>
          <p:blipFill rotWithShape="1">
            <a:blip r:embed="rId2"/>
            <a:srcRect l="4914" r="54298"/>
            <a:stretch/>
          </p:blipFill>
          <p:spPr>
            <a:xfrm>
              <a:off x="2829619" y="1193204"/>
              <a:ext cx="479888" cy="486915"/>
            </a:xfrm>
            <a:prstGeom prst="rect">
              <a:avLst/>
            </a:prstGeom>
          </p:spPr>
        </p:pic>
        <p:pic>
          <p:nvPicPr>
            <p:cNvPr id="7" name="Imagen 6">
              <a:extLst>
                <a:ext uri="{FF2B5EF4-FFF2-40B4-BE49-F238E27FC236}">
                  <a16:creationId xmlns:a16="http://schemas.microsoft.com/office/drawing/2014/main" id="{1ECD8078-95BB-42BE-DFE6-9CCA189982D5}"/>
                </a:ext>
              </a:extLst>
            </p:cNvPr>
            <p:cNvPicPr>
              <a:picLocks noChangeAspect="1"/>
            </p:cNvPicPr>
            <p:nvPr/>
          </p:nvPicPr>
          <p:blipFill rotWithShape="1">
            <a:blip r:embed="rId2"/>
            <a:srcRect l="55407" r="5195"/>
            <a:stretch/>
          </p:blipFill>
          <p:spPr>
            <a:xfrm>
              <a:off x="6482261" y="1232749"/>
              <a:ext cx="479888" cy="504075"/>
            </a:xfrm>
            <a:prstGeom prst="rect">
              <a:avLst/>
            </a:prstGeom>
          </p:spPr>
        </p:pic>
        <p:pic>
          <p:nvPicPr>
            <p:cNvPr id="8" name="Imagen 7">
              <a:extLst>
                <a:ext uri="{FF2B5EF4-FFF2-40B4-BE49-F238E27FC236}">
                  <a16:creationId xmlns:a16="http://schemas.microsoft.com/office/drawing/2014/main" id="{9AD4C732-CB91-7033-A901-7A979716EF95}"/>
                </a:ext>
              </a:extLst>
            </p:cNvPr>
            <p:cNvPicPr>
              <a:picLocks noChangeAspect="1"/>
            </p:cNvPicPr>
            <p:nvPr/>
          </p:nvPicPr>
          <p:blipFill rotWithShape="1">
            <a:blip r:embed="rId2"/>
            <a:srcRect l="4914" r="54298"/>
            <a:stretch/>
          </p:blipFill>
          <p:spPr>
            <a:xfrm>
              <a:off x="5300092" y="1183579"/>
              <a:ext cx="479888" cy="486915"/>
            </a:xfrm>
            <a:prstGeom prst="rect">
              <a:avLst/>
            </a:prstGeom>
          </p:spPr>
        </p:pic>
        <p:pic>
          <p:nvPicPr>
            <p:cNvPr id="9" name="Imagen 8">
              <a:extLst>
                <a:ext uri="{FF2B5EF4-FFF2-40B4-BE49-F238E27FC236}">
                  <a16:creationId xmlns:a16="http://schemas.microsoft.com/office/drawing/2014/main" id="{9B71EE33-ABC7-27D4-E2F3-9B4F7444C51C}"/>
                </a:ext>
              </a:extLst>
            </p:cNvPr>
            <p:cNvPicPr>
              <a:picLocks noChangeAspect="1"/>
            </p:cNvPicPr>
            <p:nvPr/>
          </p:nvPicPr>
          <p:blipFill rotWithShape="1">
            <a:blip r:embed="rId2"/>
            <a:srcRect l="55407" r="5195"/>
            <a:stretch/>
          </p:blipFill>
          <p:spPr>
            <a:xfrm>
              <a:off x="4072919" y="1194246"/>
              <a:ext cx="479888" cy="504075"/>
            </a:xfrm>
            <a:prstGeom prst="rect">
              <a:avLst/>
            </a:prstGeom>
          </p:spPr>
        </p:pic>
        <p:pic>
          <p:nvPicPr>
            <p:cNvPr id="13" name="Imagen 12">
              <a:extLst>
                <a:ext uri="{FF2B5EF4-FFF2-40B4-BE49-F238E27FC236}">
                  <a16:creationId xmlns:a16="http://schemas.microsoft.com/office/drawing/2014/main" id="{DFFF955B-29E9-2333-B16A-8608BACA4F7D}"/>
                </a:ext>
              </a:extLst>
            </p:cNvPr>
            <p:cNvPicPr>
              <a:picLocks noChangeAspect="1"/>
            </p:cNvPicPr>
            <p:nvPr/>
          </p:nvPicPr>
          <p:blipFill rotWithShape="1">
            <a:blip r:embed="rId3"/>
            <a:srcRect l="1944" t="2068" r="973" b="2369"/>
            <a:stretch/>
          </p:blipFill>
          <p:spPr>
            <a:xfrm>
              <a:off x="2608447" y="1730652"/>
              <a:ext cx="6735748" cy="3073968"/>
            </a:xfrm>
            <a:prstGeom prst="rect">
              <a:avLst/>
            </a:prstGeom>
          </p:spPr>
        </p:pic>
      </p:grpSp>
    </p:spTree>
    <p:extLst>
      <p:ext uri="{BB962C8B-B14F-4D97-AF65-F5344CB8AC3E}">
        <p14:creationId xmlns:p14="http://schemas.microsoft.com/office/powerpoint/2010/main" val="1161680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Grupo 92">
            <a:extLst>
              <a:ext uri="{FF2B5EF4-FFF2-40B4-BE49-F238E27FC236}">
                <a16:creationId xmlns:a16="http://schemas.microsoft.com/office/drawing/2014/main" id="{5E03FABB-55C0-5599-938B-7352B8C18A13}"/>
              </a:ext>
            </a:extLst>
          </p:cNvPr>
          <p:cNvGrpSpPr/>
          <p:nvPr/>
        </p:nvGrpSpPr>
        <p:grpSpPr>
          <a:xfrm>
            <a:off x="1658468" y="409652"/>
            <a:ext cx="731519" cy="702647"/>
            <a:chOff x="1793960" y="981775"/>
            <a:chExt cx="731519" cy="702647"/>
          </a:xfrm>
        </p:grpSpPr>
        <p:pic>
          <p:nvPicPr>
            <p:cNvPr id="83" name="Imagen 82">
              <a:extLst>
                <a:ext uri="{FF2B5EF4-FFF2-40B4-BE49-F238E27FC236}">
                  <a16:creationId xmlns:a16="http://schemas.microsoft.com/office/drawing/2014/main" id="{42046192-DDC3-2B2F-8608-ED9E49291442}"/>
                </a:ext>
              </a:extLst>
            </p:cNvPr>
            <p:cNvPicPr>
              <a:picLocks noChangeAspect="1"/>
            </p:cNvPicPr>
            <p:nvPr/>
          </p:nvPicPr>
          <p:blipFill>
            <a:blip r:embed="rId2"/>
            <a:stretch>
              <a:fillRect/>
            </a:stretch>
          </p:blipFill>
          <p:spPr>
            <a:xfrm>
              <a:off x="1961250" y="1039525"/>
              <a:ext cx="427215" cy="541420"/>
            </a:xfrm>
            <a:prstGeom prst="rect">
              <a:avLst/>
            </a:prstGeom>
          </p:spPr>
        </p:pic>
        <p:sp>
          <p:nvSpPr>
            <p:cNvPr id="84" name="Rectángulo 83">
              <a:extLst>
                <a:ext uri="{FF2B5EF4-FFF2-40B4-BE49-F238E27FC236}">
                  <a16:creationId xmlns:a16="http://schemas.microsoft.com/office/drawing/2014/main" id="{80B6AFFB-BCF8-8A00-19E4-CEAF7542A514}"/>
                </a:ext>
              </a:extLst>
            </p:cNvPr>
            <p:cNvSpPr/>
            <p:nvPr/>
          </p:nvSpPr>
          <p:spPr>
            <a:xfrm>
              <a:off x="1793960" y="981775"/>
              <a:ext cx="731519" cy="702647"/>
            </a:xfrm>
            <a:prstGeom prst="rect">
              <a:avLst/>
            </a:prstGeom>
            <a:noFill/>
            <a:ln w="31750">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6" name="CuadroTexto 85">
            <a:extLst>
              <a:ext uri="{FF2B5EF4-FFF2-40B4-BE49-F238E27FC236}">
                <a16:creationId xmlns:a16="http://schemas.microsoft.com/office/drawing/2014/main" id="{9C494A03-0220-BBBE-8A98-AA40D5E6C50D}"/>
              </a:ext>
            </a:extLst>
          </p:cNvPr>
          <p:cNvSpPr txBox="1"/>
          <p:nvPr/>
        </p:nvSpPr>
        <p:spPr>
          <a:xfrm>
            <a:off x="331156" y="1506706"/>
            <a:ext cx="1140974" cy="646331"/>
          </a:xfrm>
          <a:prstGeom prst="rect">
            <a:avLst/>
          </a:prstGeom>
          <a:noFill/>
        </p:spPr>
        <p:txBody>
          <a:bodyPr wrap="square" rtlCol="0">
            <a:spAutoFit/>
          </a:bodyPr>
          <a:lstStyle/>
          <a:p>
            <a:pPr algn="ctr"/>
            <a:r>
              <a:rPr lang="es-CO" b="1" dirty="0">
                <a:latin typeface="Eco Sans Bold"/>
              </a:rPr>
              <a:t>Neuronas Simples</a:t>
            </a:r>
            <a:endParaRPr lang="en-US" b="1" dirty="0">
              <a:latin typeface="Eco Sans Bold"/>
            </a:endParaRPr>
          </a:p>
        </p:txBody>
      </p:sp>
      <p:sp>
        <p:nvSpPr>
          <p:cNvPr id="87" name="CuadroTexto 86">
            <a:extLst>
              <a:ext uri="{FF2B5EF4-FFF2-40B4-BE49-F238E27FC236}">
                <a16:creationId xmlns:a16="http://schemas.microsoft.com/office/drawing/2014/main" id="{8C65CADC-2F17-B5A8-A12C-79F90462CF9C}"/>
              </a:ext>
            </a:extLst>
          </p:cNvPr>
          <p:cNvSpPr txBox="1"/>
          <p:nvPr/>
        </p:nvSpPr>
        <p:spPr>
          <a:xfrm>
            <a:off x="2857250" y="343398"/>
            <a:ext cx="1261762" cy="646331"/>
          </a:xfrm>
          <a:prstGeom prst="rect">
            <a:avLst/>
          </a:prstGeom>
          <a:noFill/>
        </p:spPr>
        <p:txBody>
          <a:bodyPr wrap="square" rtlCol="0">
            <a:spAutoFit/>
          </a:bodyPr>
          <a:lstStyle/>
          <a:p>
            <a:pPr algn="ctr"/>
            <a:r>
              <a:rPr lang="es-CO" b="1" dirty="0">
                <a:latin typeface="Eco Sans Bold"/>
              </a:rPr>
              <a:t>Neuronas Complejas</a:t>
            </a:r>
            <a:endParaRPr lang="en-US" b="1" dirty="0">
              <a:latin typeface="Eco Sans Bold"/>
            </a:endParaRPr>
          </a:p>
        </p:txBody>
      </p:sp>
      <p:pic>
        <p:nvPicPr>
          <p:cNvPr id="88" name="Imagen 87">
            <a:extLst>
              <a:ext uri="{FF2B5EF4-FFF2-40B4-BE49-F238E27FC236}">
                <a16:creationId xmlns:a16="http://schemas.microsoft.com/office/drawing/2014/main" id="{24DA4F5D-C746-9EE1-AFB3-D9FA7AC35501}"/>
              </a:ext>
            </a:extLst>
          </p:cNvPr>
          <p:cNvPicPr>
            <a:picLocks noChangeAspect="1"/>
          </p:cNvPicPr>
          <p:nvPr/>
        </p:nvPicPr>
        <p:blipFill rotWithShape="1">
          <a:blip r:embed="rId3"/>
          <a:srcRect l="4914" r="54298"/>
          <a:stretch/>
        </p:blipFill>
        <p:spPr>
          <a:xfrm>
            <a:off x="618458" y="944239"/>
            <a:ext cx="637003" cy="646331"/>
          </a:xfrm>
          <a:prstGeom prst="rect">
            <a:avLst/>
          </a:prstGeom>
        </p:spPr>
      </p:pic>
      <p:grpSp>
        <p:nvGrpSpPr>
          <p:cNvPr id="92" name="Grupo 91">
            <a:extLst>
              <a:ext uri="{FF2B5EF4-FFF2-40B4-BE49-F238E27FC236}">
                <a16:creationId xmlns:a16="http://schemas.microsoft.com/office/drawing/2014/main" id="{21764C03-11A5-D642-7C6D-4180B1156973}"/>
              </a:ext>
            </a:extLst>
          </p:cNvPr>
          <p:cNvGrpSpPr/>
          <p:nvPr/>
        </p:nvGrpSpPr>
        <p:grpSpPr>
          <a:xfrm>
            <a:off x="1663980" y="1618118"/>
            <a:ext cx="731519" cy="702647"/>
            <a:chOff x="1799472" y="1836822"/>
            <a:chExt cx="731519" cy="702647"/>
          </a:xfrm>
        </p:grpSpPr>
        <p:pic>
          <p:nvPicPr>
            <p:cNvPr id="90" name="Imagen 89">
              <a:extLst>
                <a:ext uri="{FF2B5EF4-FFF2-40B4-BE49-F238E27FC236}">
                  <a16:creationId xmlns:a16="http://schemas.microsoft.com/office/drawing/2014/main" id="{3E0FD5EE-56A0-25EC-139B-E23C788E52C3}"/>
                </a:ext>
              </a:extLst>
            </p:cNvPr>
            <p:cNvPicPr>
              <a:picLocks noChangeAspect="1"/>
            </p:cNvPicPr>
            <p:nvPr/>
          </p:nvPicPr>
          <p:blipFill>
            <a:blip r:embed="rId4"/>
            <a:stretch>
              <a:fillRect/>
            </a:stretch>
          </p:blipFill>
          <p:spPr>
            <a:xfrm>
              <a:off x="1927619" y="2145813"/>
              <a:ext cx="466480" cy="162925"/>
            </a:xfrm>
            <a:prstGeom prst="rect">
              <a:avLst/>
            </a:prstGeom>
          </p:spPr>
        </p:pic>
        <p:sp>
          <p:nvSpPr>
            <p:cNvPr id="91" name="Rectángulo 90">
              <a:extLst>
                <a:ext uri="{FF2B5EF4-FFF2-40B4-BE49-F238E27FC236}">
                  <a16:creationId xmlns:a16="http://schemas.microsoft.com/office/drawing/2014/main" id="{80B6AFFB-BCF8-8A00-19E4-CEAF7542A514}"/>
                </a:ext>
              </a:extLst>
            </p:cNvPr>
            <p:cNvSpPr/>
            <p:nvPr/>
          </p:nvSpPr>
          <p:spPr>
            <a:xfrm>
              <a:off x="1799472" y="1836822"/>
              <a:ext cx="731519" cy="702647"/>
            </a:xfrm>
            <a:prstGeom prst="rect">
              <a:avLst/>
            </a:prstGeom>
            <a:noFill/>
            <a:ln w="31750">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94" name="CuadroTexto 93">
            <a:extLst>
              <a:ext uri="{FF2B5EF4-FFF2-40B4-BE49-F238E27FC236}">
                <a16:creationId xmlns:a16="http://schemas.microsoft.com/office/drawing/2014/main" id="{8725695E-3C8C-32C6-2A07-DB07348FBDE2}"/>
              </a:ext>
            </a:extLst>
          </p:cNvPr>
          <p:cNvSpPr txBox="1"/>
          <p:nvPr/>
        </p:nvSpPr>
        <p:spPr>
          <a:xfrm>
            <a:off x="1458330" y="1111639"/>
            <a:ext cx="1140974" cy="369332"/>
          </a:xfrm>
          <a:prstGeom prst="rect">
            <a:avLst/>
          </a:prstGeom>
          <a:noFill/>
        </p:spPr>
        <p:txBody>
          <a:bodyPr wrap="square" rtlCol="0">
            <a:spAutoFit/>
          </a:bodyPr>
          <a:lstStyle/>
          <a:p>
            <a:pPr algn="ctr"/>
            <a:r>
              <a:rPr lang="es-CO" b="1" dirty="0">
                <a:latin typeface="Eco Sans Bold"/>
              </a:rPr>
              <a:t>Activada</a:t>
            </a:r>
            <a:endParaRPr lang="en-US" b="1" dirty="0">
              <a:latin typeface="Eco Sans Bold"/>
            </a:endParaRPr>
          </a:p>
        </p:txBody>
      </p:sp>
      <p:sp>
        <p:nvSpPr>
          <p:cNvPr id="95" name="CuadroTexto 94">
            <a:extLst>
              <a:ext uri="{FF2B5EF4-FFF2-40B4-BE49-F238E27FC236}">
                <a16:creationId xmlns:a16="http://schemas.microsoft.com/office/drawing/2014/main" id="{913B879F-2066-570B-CD9F-8ED784BEEF51}"/>
              </a:ext>
            </a:extLst>
          </p:cNvPr>
          <p:cNvSpPr txBox="1"/>
          <p:nvPr/>
        </p:nvSpPr>
        <p:spPr>
          <a:xfrm>
            <a:off x="1344421" y="2346500"/>
            <a:ext cx="1389887" cy="369332"/>
          </a:xfrm>
          <a:prstGeom prst="rect">
            <a:avLst/>
          </a:prstGeom>
          <a:noFill/>
        </p:spPr>
        <p:txBody>
          <a:bodyPr wrap="square" rtlCol="0">
            <a:spAutoFit/>
          </a:bodyPr>
          <a:lstStyle/>
          <a:p>
            <a:pPr algn="ctr"/>
            <a:r>
              <a:rPr lang="es-CO" b="1" dirty="0">
                <a:latin typeface="Eco Sans Bold"/>
              </a:rPr>
              <a:t>No Activada</a:t>
            </a:r>
            <a:endParaRPr lang="en-US" b="1" dirty="0">
              <a:latin typeface="Eco Sans Bold"/>
            </a:endParaRPr>
          </a:p>
        </p:txBody>
      </p:sp>
      <p:pic>
        <p:nvPicPr>
          <p:cNvPr id="97" name="Imagen 96">
            <a:extLst>
              <a:ext uri="{FF2B5EF4-FFF2-40B4-BE49-F238E27FC236}">
                <a16:creationId xmlns:a16="http://schemas.microsoft.com/office/drawing/2014/main" id="{AA8AE682-B3E0-54D6-2237-0636FFAE4161}"/>
              </a:ext>
            </a:extLst>
          </p:cNvPr>
          <p:cNvPicPr>
            <a:picLocks noChangeAspect="1"/>
          </p:cNvPicPr>
          <p:nvPr/>
        </p:nvPicPr>
        <p:blipFill>
          <a:blip r:embed="rId5"/>
          <a:stretch>
            <a:fillRect/>
          </a:stretch>
        </p:blipFill>
        <p:spPr>
          <a:xfrm>
            <a:off x="3274085" y="4178911"/>
            <a:ext cx="4545163" cy="2631120"/>
          </a:xfrm>
          <a:prstGeom prst="rect">
            <a:avLst/>
          </a:prstGeom>
        </p:spPr>
      </p:pic>
      <p:sp>
        <p:nvSpPr>
          <p:cNvPr id="98" name="CuadroTexto 97">
            <a:extLst>
              <a:ext uri="{FF2B5EF4-FFF2-40B4-BE49-F238E27FC236}">
                <a16:creationId xmlns:a16="http://schemas.microsoft.com/office/drawing/2014/main" id="{3BF9C3C7-8299-49C8-786D-106450ED3B4B}"/>
              </a:ext>
            </a:extLst>
          </p:cNvPr>
          <p:cNvSpPr txBox="1"/>
          <p:nvPr/>
        </p:nvSpPr>
        <p:spPr>
          <a:xfrm>
            <a:off x="2025166" y="3815898"/>
            <a:ext cx="1762371" cy="461665"/>
          </a:xfrm>
          <a:prstGeom prst="rect">
            <a:avLst/>
          </a:prstGeom>
          <a:noFill/>
        </p:spPr>
        <p:txBody>
          <a:bodyPr wrap="square" rtlCol="0">
            <a:spAutoFit/>
          </a:bodyPr>
          <a:lstStyle/>
          <a:p>
            <a:r>
              <a:rPr lang="es-CO" sz="2400" b="1" dirty="0">
                <a:latin typeface="Eco Sans Bold"/>
              </a:rPr>
              <a:t>Convolución</a:t>
            </a:r>
            <a:endParaRPr lang="en-US" sz="2400" b="1" dirty="0">
              <a:latin typeface="Eco Sans Bold"/>
            </a:endParaRPr>
          </a:p>
        </p:txBody>
      </p:sp>
      <p:pic>
        <p:nvPicPr>
          <p:cNvPr id="3" name="Imagen 2">
            <a:extLst>
              <a:ext uri="{FF2B5EF4-FFF2-40B4-BE49-F238E27FC236}">
                <a16:creationId xmlns:a16="http://schemas.microsoft.com/office/drawing/2014/main" id="{A0374C5D-C2EB-879C-6A0E-72D8B105845E}"/>
              </a:ext>
            </a:extLst>
          </p:cNvPr>
          <p:cNvPicPr>
            <a:picLocks noChangeAspect="1"/>
          </p:cNvPicPr>
          <p:nvPr/>
        </p:nvPicPr>
        <p:blipFill rotWithShape="1">
          <a:blip r:embed="rId6"/>
          <a:srcRect l="5929" t="2902" r="5073"/>
          <a:stretch/>
        </p:blipFill>
        <p:spPr>
          <a:xfrm>
            <a:off x="4920343" y="203940"/>
            <a:ext cx="4140474" cy="2184729"/>
          </a:xfrm>
          <a:prstGeom prst="rect">
            <a:avLst/>
          </a:prstGeom>
        </p:spPr>
      </p:pic>
      <p:pic>
        <p:nvPicPr>
          <p:cNvPr id="5" name="Imagen 4">
            <a:extLst>
              <a:ext uri="{FF2B5EF4-FFF2-40B4-BE49-F238E27FC236}">
                <a16:creationId xmlns:a16="http://schemas.microsoft.com/office/drawing/2014/main" id="{AD8BFDF6-C149-277E-DF1B-EC72D99B08B2}"/>
              </a:ext>
            </a:extLst>
          </p:cNvPr>
          <p:cNvPicPr>
            <a:picLocks noChangeAspect="1"/>
          </p:cNvPicPr>
          <p:nvPr/>
        </p:nvPicPr>
        <p:blipFill>
          <a:blip r:embed="rId7"/>
          <a:stretch>
            <a:fillRect/>
          </a:stretch>
        </p:blipFill>
        <p:spPr>
          <a:xfrm>
            <a:off x="7470095" y="1363529"/>
            <a:ext cx="3570514" cy="1706525"/>
          </a:xfrm>
          <a:prstGeom prst="rect">
            <a:avLst/>
          </a:prstGeom>
          <a:ln w="19050">
            <a:solidFill>
              <a:schemeClr val="tx1"/>
            </a:solidFill>
          </a:ln>
        </p:spPr>
      </p:pic>
      <p:pic>
        <p:nvPicPr>
          <p:cNvPr id="7" name="Imagen 6">
            <a:extLst>
              <a:ext uri="{FF2B5EF4-FFF2-40B4-BE49-F238E27FC236}">
                <a16:creationId xmlns:a16="http://schemas.microsoft.com/office/drawing/2014/main" id="{285D518B-E19C-4A67-2412-6DE11F00FDFC}"/>
              </a:ext>
            </a:extLst>
          </p:cNvPr>
          <p:cNvPicPr>
            <a:picLocks noChangeAspect="1"/>
          </p:cNvPicPr>
          <p:nvPr/>
        </p:nvPicPr>
        <p:blipFill>
          <a:blip r:embed="rId8"/>
          <a:stretch>
            <a:fillRect/>
          </a:stretch>
        </p:blipFill>
        <p:spPr>
          <a:xfrm>
            <a:off x="9110023" y="2768351"/>
            <a:ext cx="2752071" cy="1321298"/>
          </a:xfrm>
          <a:prstGeom prst="rect">
            <a:avLst/>
          </a:prstGeom>
          <a:ln w="19050">
            <a:solidFill>
              <a:schemeClr val="tx1"/>
            </a:solidFill>
          </a:ln>
        </p:spPr>
      </p:pic>
    </p:spTree>
    <p:extLst>
      <p:ext uri="{BB962C8B-B14F-4D97-AF65-F5344CB8AC3E}">
        <p14:creationId xmlns:p14="http://schemas.microsoft.com/office/powerpoint/2010/main" val="1707398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7981D6A-BF75-1A61-E71A-D53CCF88E0B9}"/>
              </a:ext>
            </a:extLst>
          </p:cNvPr>
          <p:cNvPicPr>
            <a:picLocks noChangeAspect="1"/>
          </p:cNvPicPr>
          <p:nvPr/>
        </p:nvPicPr>
        <p:blipFill>
          <a:blip r:embed="rId2"/>
          <a:stretch>
            <a:fillRect/>
          </a:stretch>
        </p:blipFill>
        <p:spPr>
          <a:xfrm>
            <a:off x="77926" y="0"/>
            <a:ext cx="3170372" cy="1709551"/>
          </a:xfrm>
          <a:prstGeom prst="rect">
            <a:avLst/>
          </a:prstGeom>
        </p:spPr>
      </p:pic>
      <p:pic>
        <p:nvPicPr>
          <p:cNvPr id="5" name="Imagen 4">
            <a:extLst>
              <a:ext uri="{FF2B5EF4-FFF2-40B4-BE49-F238E27FC236}">
                <a16:creationId xmlns:a16="http://schemas.microsoft.com/office/drawing/2014/main" id="{32473737-6D03-89BE-5DFD-4B477451DAEC}"/>
              </a:ext>
            </a:extLst>
          </p:cNvPr>
          <p:cNvPicPr>
            <a:picLocks noChangeAspect="1"/>
          </p:cNvPicPr>
          <p:nvPr/>
        </p:nvPicPr>
        <p:blipFill rotWithShape="1">
          <a:blip r:embed="rId3"/>
          <a:srcRect l="4064" r="4209" b="4090"/>
          <a:stretch/>
        </p:blipFill>
        <p:spPr>
          <a:xfrm>
            <a:off x="-224251" y="4879296"/>
            <a:ext cx="3250729" cy="1901162"/>
          </a:xfrm>
          <a:prstGeom prst="rect">
            <a:avLst/>
          </a:prstGeom>
        </p:spPr>
      </p:pic>
      <p:pic>
        <p:nvPicPr>
          <p:cNvPr id="8" name="Imagen 7">
            <a:extLst>
              <a:ext uri="{FF2B5EF4-FFF2-40B4-BE49-F238E27FC236}">
                <a16:creationId xmlns:a16="http://schemas.microsoft.com/office/drawing/2014/main" id="{BA3E6109-A751-FACB-F3B1-65B0EAF9D252}"/>
              </a:ext>
            </a:extLst>
          </p:cNvPr>
          <p:cNvPicPr>
            <a:picLocks noChangeAspect="1"/>
          </p:cNvPicPr>
          <p:nvPr/>
        </p:nvPicPr>
        <p:blipFill rotWithShape="1">
          <a:blip r:embed="rId4"/>
          <a:srcRect l="8643" t="13306" r="8786" b="6995"/>
          <a:stretch/>
        </p:blipFill>
        <p:spPr>
          <a:xfrm>
            <a:off x="3248298" y="200298"/>
            <a:ext cx="2978331" cy="1447942"/>
          </a:xfrm>
          <a:prstGeom prst="rect">
            <a:avLst/>
          </a:prstGeom>
        </p:spPr>
      </p:pic>
      <p:pic>
        <p:nvPicPr>
          <p:cNvPr id="9" name="Imagen 8">
            <a:extLst>
              <a:ext uri="{FF2B5EF4-FFF2-40B4-BE49-F238E27FC236}">
                <a16:creationId xmlns:a16="http://schemas.microsoft.com/office/drawing/2014/main" id="{A2969412-FC5F-7324-0A94-851682A60A9E}"/>
              </a:ext>
            </a:extLst>
          </p:cNvPr>
          <p:cNvPicPr>
            <a:picLocks noChangeAspect="1"/>
          </p:cNvPicPr>
          <p:nvPr/>
        </p:nvPicPr>
        <p:blipFill rotWithShape="1">
          <a:blip r:embed="rId5"/>
          <a:srcRect l="3232" r="2847"/>
          <a:stretch/>
        </p:blipFill>
        <p:spPr>
          <a:xfrm>
            <a:off x="2996956" y="4888079"/>
            <a:ext cx="3053125" cy="1880653"/>
          </a:xfrm>
          <a:prstGeom prst="rect">
            <a:avLst/>
          </a:prstGeom>
        </p:spPr>
      </p:pic>
      <p:pic>
        <p:nvPicPr>
          <p:cNvPr id="10" name="Imagen 9">
            <a:extLst>
              <a:ext uri="{FF2B5EF4-FFF2-40B4-BE49-F238E27FC236}">
                <a16:creationId xmlns:a16="http://schemas.microsoft.com/office/drawing/2014/main" id="{C1EEF547-BF58-8C6C-FA96-3FFD9E261E08}"/>
              </a:ext>
            </a:extLst>
          </p:cNvPr>
          <p:cNvPicPr>
            <a:picLocks noChangeAspect="1"/>
          </p:cNvPicPr>
          <p:nvPr/>
        </p:nvPicPr>
        <p:blipFill>
          <a:blip r:embed="rId6"/>
          <a:stretch>
            <a:fillRect/>
          </a:stretch>
        </p:blipFill>
        <p:spPr>
          <a:xfrm>
            <a:off x="6096000" y="0"/>
            <a:ext cx="3378926" cy="1713447"/>
          </a:xfrm>
          <a:prstGeom prst="rect">
            <a:avLst/>
          </a:prstGeom>
        </p:spPr>
      </p:pic>
      <p:pic>
        <p:nvPicPr>
          <p:cNvPr id="11" name="Imagen 10">
            <a:extLst>
              <a:ext uri="{FF2B5EF4-FFF2-40B4-BE49-F238E27FC236}">
                <a16:creationId xmlns:a16="http://schemas.microsoft.com/office/drawing/2014/main" id="{F112CF6F-7B6A-7E89-FAAC-22C454C38692}"/>
              </a:ext>
            </a:extLst>
          </p:cNvPr>
          <p:cNvPicPr>
            <a:picLocks noChangeAspect="1"/>
          </p:cNvPicPr>
          <p:nvPr/>
        </p:nvPicPr>
        <p:blipFill rotWithShape="1">
          <a:blip r:embed="rId7"/>
          <a:srcRect l="4290" r="3631"/>
          <a:stretch/>
        </p:blipFill>
        <p:spPr>
          <a:xfrm>
            <a:off x="6050081" y="4847876"/>
            <a:ext cx="3223836" cy="1959477"/>
          </a:xfrm>
          <a:prstGeom prst="rect">
            <a:avLst/>
          </a:prstGeom>
        </p:spPr>
      </p:pic>
      <p:pic>
        <p:nvPicPr>
          <p:cNvPr id="12" name="Imagen 11">
            <a:extLst>
              <a:ext uri="{FF2B5EF4-FFF2-40B4-BE49-F238E27FC236}">
                <a16:creationId xmlns:a16="http://schemas.microsoft.com/office/drawing/2014/main" id="{90130AA1-DCF9-A1E7-5FE9-F5419145E678}"/>
              </a:ext>
            </a:extLst>
          </p:cNvPr>
          <p:cNvPicPr>
            <a:picLocks noChangeAspect="1"/>
          </p:cNvPicPr>
          <p:nvPr/>
        </p:nvPicPr>
        <p:blipFill rotWithShape="1">
          <a:blip r:embed="rId8"/>
          <a:srcRect l="5516" t="6956" r="5434" b="4020"/>
          <a:stretch/>
        </p:blipFill>
        <p:spPr>
          <a:xfrm>
            <a:off x="9397001" y="200298"/>
            <a:ext cx="2651426" cy="1447942"/>
          </a:xfrm>
          <a:prstGeom prst="rect">
            <a:avLst/>
          </a:prstGeom>
        </p:spPr>
      </p:pic>
      <p:pic>
        <p:nvPicPr>
          <p:cNvPr id="13" name="Imagen 12">
            <a:extLst>
              <a:ext uri="{FF2B5EF4-FFF2-40B4-BE49-F238E27FC236}">
                <a16:creationId xmlns:a16="http://schemas.microsoft.com/office/drawing/2014/main" id="{45D3A940-7F3C-4FFD-4041-1B6062AC9545}"/>
              </a:ext>
            </a:extLst>
          </p:cNvPr>
          <p:cNvPicPr>
            <a:picLocks noChangeAspect="1"/>
          </p:cNvPicPr>
          <p:nvPr/>
        </p:nvPicPr>
        <p:blipFill rotWithShape="1">
          <a:blip r:embed="rId9"/>
          <a:srcRect l="2397"/>
          <a:stretch/>
        </p:blipFill>
        <p:spPr>
          <a:xfrm>
            <a:off x="9223911" y="4805827"/>
            <a:ext cx="3172804" cy="1902043"/>
          </a:xfrm>
          <a:prstGeom prst="rect">
            <a:avLst/>
          </a:prstGeom>
        </p:spPr>
      </p:pic>
      <p:pic>
        <p:nvPicPr>
          <p:cNvPr id="19" name="Imagen 18">
            <a:extLst>
              <a:ext uri="{FF2B5EF4-FFF2-40B4-BE49-F238E27FC236}">
                <a16:creationId xmlns:a16="http://schemas.microsoft.com/office/drawing/2014/main" id="{2303532F-DE50-EC05-FC50-8D4E3BDE5318}"/>
              </a:ext>
            </a:extLst>
          </p:cNvPr>
          <p:cNvPicPr>
            <a:picLocks noChangeAspect="1"/>
          </p:cNvPicPr>
          <p:nvPr/>
        </p:nvPicPr>
        <p:blipFill>
          <a:blip r:embed="rId10"/>
          <a:stretch>
            <a:fillRect/>
          </a:stretch>
        </p:blipFill>
        <p:spPr>
          <a:xfrm>
            <a:off x="3796896" y="1896831"/>
            <a:ext cx="1737704" cy="2152471"/>
          </a:xfrm>
          <a:prstGeom prst="rect">
            <a:avLst/>
          </a:prstGeom>
        </p:spPr>
      </p:pic>
      <p:pic>
        <p:nvPicPr>
          <p:cNvPr id="21" name="Imagen 20">
            <a:extLst>
              <a:ext uri="{FF2B5EF4-FFF2-40B4-BE49-F238E27FC236}">
                <a16:creationId xmlns:a16="http://schemas.microsoft.com/office/drawing/2014/main" id="{95A636EC-F057-9CEC-28D3-A968E8CB67E3}"/>
              </a:ext>
            </a:extLst>
          </p:cNvPr>
          <p:cNvPicPr>
            <a:picLocks noChangeAspect="1"/>
          </p:cNvPicPr>
          <p:nvPr/>
        </p:nvPicPr>
        <p:blipFill>
          <a:blip r:embed="rId11"/>
          <a:stretch>
            <a:fillRect/>
          </a:stretch>
        </p:blipFill>
        <p:spPr>
          <a:xfrm>
            <a:off x="6225752" y="1856628"/>
            <a:ext cx="1599570" cy="2475525"/>
          </a:xfrm>
          <a:prstGeom prst="rect">
            <a:avLst/>
          </a:prstGeom>
        </p:spPr>
      </p:pic>
      <p:pic>
        <p:nvPicPr>
          <p:cNvPr id="22" name="Imagen 21">
            <a:extLst>
              <a:ext uri="{FF2B5EF4-FFF2-40B4-BE49-F238E27FC236}">
                <a16:creationId xmlns:a16="http://schemas.microsoft.com/office/drawing/2014/main" id="{E8BD9801-57C8-C810-44BA-C5C2EA0BD56E}"/>
              </a:ext>
            </a:extLst>
          </p:cNvPr>
          <p:cNvPicPr>
            <a:picLocks noChangeAspect="1"/>
          </p:cNvPicPr>
          <p:nvPr/>
        </p:nvPicPr>
        <p:blipFill>
          <a:blip r:embed="rId12"/>
          <a:stretch>
            <a:fillRect/>
          </a:stretch>
        </p:blipFill>
        <p:spPr>
          <a:xfrm>
            <a:off x="8610723" y="2313608"/>
            <a:ext cx="1572556" cy="2201579"/>
          </a:xfrm>
          <a:prstGeom prst="rect">
            <a:avLst/>
          </a:prstGeom>
        </p:spPr>
      </p:pic>
    </p:spTree>
    <p:extLst>
      <p:ext uri="{BB962C8B-B14F-4D97-AF65-F5344CB8AC3E}">
        <p14:creationId xmlns:p14="http://schemas.microsoft.com/office/powerpoint/2010/main" val="2500161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CB1346FC-F913-9CAA-39C8-0E6363FEFD6F}"/>
              </a:ext>
            </a:extLst>
          </p:cNvPr>
          <p:cNvSpPr txBox="1"/>
          <p:nvPr/>
        </p:nvSpPr>
        <p:spPr>
          <a:xfrm>
            <a:off x="304800" y="390101"/>
            <a:ext cx="10546080" cy="584775"/>
          </a:xfrm>
          <a:prstGeom prst="rect">
            <a:avLst/>
          </a:prstGeom>
          <a:noFill/>
        </p:spPr>
        <p:txBody>
          <a:bodyPr wrap="square">
            <a:spAutoFit/>
          </a:bodyPr>
          <a:lstStyle/>
          <a:p>
            <a:r>
              <a:rPr lang="en-US" sz="3200" dirty="0"/>
              <a:t>tf.keras.layers.Conv2D(32, (3, 3), </a:t>
            </a:r>
            <a:r>
              <a:rPr lang="en-US" sz="3200" dirty="0" err="1"/>
              <a:t>input_shape</a:t>
            </a:r>
            <a:r>
              <a:rPr lang="en-US" sz="3200" dirty="0"/>
              <a:t>=(28, 28, 1))</a:t>
            </a:r>
          </a:p>
        </p:txBody>
      </p:sp>
      <p:pic>
        <p:nvPicPr>
          <p:cNvPr id="9" name="Imagen 8">
            <a:extLst>
              <a:ext uri="{FF2B5EF4-FFF2-40B4-BE49-F238E27FC236}">
                <a16:creationId xmlns:a16="http://schemas.microsoft.com/office/drawing/2014/main" id="{61FF5069-5ECA-E7DE-3FAF-C4DDBAA2C9BB}"/>
              </a:ext>
            </a:extLst>
          </p:cNvPr>
          <p:cNvPicPr>
            <a:picLocks noChangeAspect="1"/>
          </p:cNvPicPr>
          <p:nvPr/>
        </p:nvPicPr>
        <p:blipFill>
          <a:blip r:embed="rId2"/>
          <a:stretch>
            <a:fillRect/>
          </a:stretch>
        </p:blipFill>
        <p:spPr>
          <a:xfrm>
            <a:off x="1482877" y="1209667"/>
            <a:ext cx="4740123" cy="4113271"/>
          </a:xfrm>
          <a:prstGeom prst="rect">
            <a:avLst/>
          </a:prstGeom>
        </p:spPr>
      </p:pic>
      <p:sp>
        <p:nvSpPr>
          <p:cNvPr id="11" name="CuadroTexto 10">
            <a:extLst>
              <a:ext uri="{FF2B5EF4-FFF2-40B4-BE49-F238E27FC236}">
                <a16:creationId xmlns:a16="http://schemas.microsoft.com/office/drawing/2014/main" id="{187F8C45-A389-8414-2F62-AEC120686774}"/>
              </a:ext>
            </a:extLst>
          </p:cNvPr>
          <p:cNvSpPr txBox="1"/>
          <p:nvPr/>
        </p:nvSpPr>
        <p:spPr>
          <a:xfrm>
            <a:off x="9244148" y="2342973"/>
            <a:ext cx="3213463" cy="923330"/>
          </a:xfrm>
          <a:prstGeom prst="rect">
            <a:avLst/>
          </a:prstGeom>
          <a:noFill/>
        </p:spPr>
        <p:txBody>
          <a:bodyPr wrap="square">
            <a:spAutoFit/>
          </a:bodyPr>
          <a:lstStyle/>
          <a:p>
            <a:r>
              <a:rPr lang="en-US" dirty="0"/>
              <a:t>tf.keras.layers.Conv2D(    32,    (3, 3),  </a:t>
            </a:r>
          </a:p>
          <a:p>
            <a:r>
              <a:rPr lang="en-US" dirty="0"/>
              <a:t>  </a:t>
            </a:r>
            <a:r>
              <a:rPr lang="en-US" dirty="0" err="1"/>
              <a:t>input_shape</a:t>
            </a:r>
            <a:r>
              <a:rPr lang="en-US" dirty="0"/>
              <a:t>=(28, 28, 1))</a:t>
            </a:r>
          </a:p>
        </p:txBody>
      </p:sp>
    </p:spTree>
    <p:extLst>
      <p:ext uri="{BB962C8B-B14F-4D97-AF65-F5344CB8AC3E}">
        <p14:creationId xmlns:p14="http://schemas.microsoft.com/office/powerpoint/2010/main" val="4244770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 name="Grupo 128">
            <a:extLst>
              <a:ext uri="{FF2B5EF4-FFF2-40B4-BE49-F238E27FC236}">
                <a16:creationId xmlns:a16="http://schemas.microsoft.com/office/drawing/2014/main" id="{E9781EB6-2EE7-07D8-5830-838934C6533D}"/>
              </a:ext>
            </a:extLst>
          </p:cNvPr>
          <p:cNvGrpSpPr/>
          <p:nvPr/>
        </p:nvGrpSpPr>
        <p:grpSpPr>
          <a:xfrm>
            <a:off x="598453" y="1229253"/>
            <a:ext cx="10969552" cy="4718796"/>
            <a:chOff x="418115" y="933273"/>
            <a:chExt cx="10969552" cy="4718796"/>
          </a:xfrm>
        </p:grpSpPr>
        <p:grpSp>
          <p:nvGrpSpPr>
            <p:cNvPr id="10" name="Grupo 9">
              <a:extLst>
                <a:ext uri="{FF2B5EF4-FFF2-40B4-BE49-F238E27FC236}">
                  <a16:creationId xmlns:a16="http://schemas.microsoft.com/office/drawing/2014/main" id="{D0C1F746-058C-9A6C-0FDE-B9566E1947F4}"/>
                </a:ext>
              </a:extLst>
            </p:cNvPr>
            <p:cNvGrpSpPr/>
            <p:nvPr/>
          </p:nvGrpSpPr>
          <p:grpSpPr>
            <a:xfrm>
              <a:off x="418115" y="933273"/>
              <a:ext cx="5677885" cy="4077924"/>
              <a:chOff x="945222" y="847553"/>
              <a:chExt cx="5677885" cy="4077924"/>
            </a:xfrm>
          </p:grpSpPr>
          <p:pic>
            <p:nvPicPr>
              <p:cNvPr id="3" name="Imagen 2">
                <a:extLst>
                  <a:ext uri="{FF2B5EF4-FFF2-40B4-BE49-F238E27FC236}">
                    <a16:creationId xmlns:a16="http://schemas.microsoft.com/office/drawing/2014/main" id="{B8174C3B-9363-207F-BF16-337F37B71C33}"/>
                  </a:ext>
                </a:extLst>
              </p:cNvPr>
              <p:cNvPicPr>
                <a:picLocks noChangeAspect="1"/>
              </p:cNvPicPr>
              <p:nvPr/>
            </p:nvPicPr>
            <p:blipFill rotWithShape="1">
              <a:blip r:embed="rId2"/>
              <a:srcRect l="13309" r="6064"/>
              <a:stretch/>
            </p:blipFill>
            <p:spPr>
              <a:xfrm>
                <a:off x="5267916" y="1982912"/>
                <a:ext cx="1355191" cy="2892175"/>
              </a:xfrm>
              <a:prstGeom prst="rect">
                <a:avLst/>
              </a:prstGeom>
            </p:spPr>
          </p:pic>
          <p:pic>
            <p:nvPicPr>
              <p:cNvPr id="4" name="Imagen 3">
                <a:extLst>
                  <a:ext uri="{FF2B5EF4-FFF2-40B4-BE49-F238E27FC236}">
                    <a16:creationId xmlns:a16="http://schemas.microsoft.com/office/drawing/2014/main" id="{E07EADDF-8660-1609-89EE-85244346B6B0}"/>
                  </a:ext>
                </a:extLst>
              </p:cNvPr>
              <p:cNvPicPr>
                <a:picLocks noChangeAspect="1"/>
              </p:cNvPicPr>
              <p:nvPr/>
            </p:nvPicPr>
            <p:blipFill rotWithShape="1">
              <a:blip r:embed="rId3"/>
              <a:srcRect r="25927"/>
              <a:stretch/>
            </p:blipFill>
            <p:spPr>
              <a:xfrm>
                <a:off x="945222" y="1932025"/>
                <a:ext cx="4109663" cy="2993452"/>
              </a:xfrm>
              <a:prstGeom prst="rect">
                <a:avLst/>
              </a:prstGeom>
            </p:spPr>
          </p:pic>
          <p:pic>
            <p:nvPicPr>
              <p:cNvPr id="6" name="Imagen 5">
                <a:extLst>
                  <a:ext uri="{FF2B5EF4-FFF2-40B4-BE49-F238E27FC236}">
                    <a16:creationId xmlns:a16="http://schemas.microsoft.com/office/drawing/2014/main" id="{D906A6C1-A511-05F6-029B-AB3870BBAD8C}"/>
                  </a:ext>
                </a:extLst>
              </p:cNvPr>
              <p:cNvPicPr>
                <a:picLocks noChangeAspect="1"/>
              </p:cNvPicPr>
              <p:nvPr/>
            </p:nvPicPr>
            <p:blipFill>
              <a:blip r:embed="rId4"/>
              <a:stretch>
                <a:fillRect/>
              </a:stretch>
            </p:blipFill>
            <p:spPr>
              <a:xfrm>
                <a:off x="1009020" y="847553"/>
                <a:ext cx="1962365" cy="1308244"/>
              </a:xfrm>
              <a:prstGeom prst="rect">
                <a:avLst/>
              </a:prstGeom>
            </p:spPr>
          </p:pic>
          <p:pic>
            <p:nvPicPr>
              <p:cNvPr id="7" name="Imagen 6">
                <a:extLst>
                  <a:ext uri="{FF2B5EF4-FFF2-40B4-BE49-F238E27FC236}">
                    <a16:creationId xmlns:a16="http://schemas.microsoft.com/office/drawing/2014/main" id="{7F814B3F-ED12-A784-6FA1-9406BDA97C21}"/>
                  </a:ext>
                </a:extLst>
              </p:cNvPr>
              <p:cNvPicPr>
                <a:picLocks noChangeAspect="1"/>
              </p:cNvPicPr>
              <p:nvPr/>
            </p:nvPicPr>
            <p:blipFill rotWithShape="1">
              <a:blip r:embed="rId4"/>
              <a:srcRect l="30017" r="30715" b="52225"/>
              <a:stretch/>
            </p:blipFill>
            <p:spPr>
              <a:xfrm>
                <a:off x="4326196" y="1762074"/>
                <a:ext cx="544531" cy="441676"/>
              </a:xfrm>
              <a:prstGeom prst="rect">
                <a:avLst/>
              </a:prstGeom>
            </p:spPr>
          </p:pic>
          <p:pic>
            <p:nvPicPr>
              <p:cNvPr id="8" name="Imagen 7">
                <a:extLst>
                  <a:ext uri="{FF2B5EF4-FFF2-40B4-BE49-F238E27FC236}">
                    <a16:creationId xmlns:a16="http://schemas.microsoft.com/office/drawing/2014/main" id="{5ABB17FC-0746-668B-09D5-A8D84BC061EC}"/>
                  </a:ext>
                </a:extLst>
              </p:cNvPr>
              <p:cNvPicPr>
                <a:picLocks noChangeAspect="1"/>
              </p:cNvPicPr>
              <p:nvPr/>
            </p:nvPicPr>
            <p:blipFill rotWithShape="1">
              <a:blip r:embed="rId4"/>
              <a:srcRect t="48382" r="53141" b="-18"/>
              <a:stretch/>
            </p:blipFill>
            <p:spPr>
              <a:xfrm>
                <a:off x="4287667" y="2770208"/>
                <a:ext cx="621588" cy="456642"/>
              </a:xfrm>
              <a:prstGeom prst="rect">
                <a:avLst/>
              </a:prstGeom>
            </p:spPr>
          </p:pic>
          <p:pic>
            <p:nvPicPr>
              <p:cNvPr id="9" name="Imagen 8">
                <a:extLst>
                  <a:ext uri="{FF2B5EF4-FFF2-40B4-BE49-F238E27FC236}">
                    <a16:creationId xmlns:a16="http://schemas.microsoft.com/office/drawing/2014/main" id="{BFB5999F-A878-EBC8-B95D-A506E8AD250B}"/>
                  </a:ext>
                </a:extLst>
              </p:cNvPr>
              <p:cNvPicPr>
                <a:picLocks noChangeAspect="1"/>
              </p:cNvPicPr>
              <p:nvPr/>
            </p:nvPicPr>
            <p:blipFill rotWithShape="1">
              <a:blip r:embed="rId4"/>
              <a:srcRect l="54712" t="48691"/>
              <a:stretch/>
            </p:blipFill>
            <p:spPr>
              <a:xfrm>
                <a:off x="4306076" y="3793308"/>
                <a:ext cx="584771" cy="441676"/>
              </a:xfrm>
              <a:prstGeom prst="rect">
                <a:avLst/>
              </a:prstGeom>
            </p:spPr>
          </p:pic>
        </p:grpSp>
        <p:pic>
          <p:nvPicPr>
            <p:cNvPr id="12" name="Imagen 11">
              <a:extLst>
                <a:ext uri="{FF2B5EF4-FFF2-40B4-BE49-F238E27FC236}">
                  <a16:creationId xmlns:a16="http://schemas.microsoft.com/office/drawing/2014/main" id="{2CC49E6F-34B1-D01C-94B4-816865993B5D}"/>
                </a:ext>
              </a:extLst>
            </p:cNvPr>
            <p:cNvPicPr>
              <a:picLocks noChangeAspect="1"/>
            </p:cNvPicPr>
            <p:nvPr/>
          </p:nvPicPr>
          <p:blipFill rotWithShape="1">
            <a:blip r:embed="rId5"/>
            <a:srcRect l="19901" r="19618"/>
            <a:stretch/>
          </p:blipFill>
          <p:spPr>
            <a:xfrm>
              <a:off x="6291700" y="1479038"/>
              <a:ext cx="1556682" cy="4173031"/>
            </a:xfrm>
            <a:prstGeom prst="rect">
              <a:avLst/>
            </a:prstGeom>
          </p:spPr>
        </p:pic>
        <p:grpSp>
          <p:nvGrpSpPr>
            <p:cNvPr id="13" name="Grupo 12">
              <a:extLst>
                <a:ext uri="{FF2B5EF4-FFF2-40B4-BE49-F238E27FC236}">
                  <a16:creationId xmlns:a16="http://schemas.microsoft.com/office/drawing/2014/main" id="{26ADC57E-8228-A17D-4ED6-DC64DD6F11DC}"/>
                </a:ext>
              </a:extLst>
            </p:cNvPr>
            <p:cNvGrpSpPr/>
            <p:nvPr/>
          </p:nvGrpSpPr>
          <p:grpSpPr>
            <a:xfrm>
              <a:off x="6383446" y="1533061"/>
              <a:ext cx="1448634" cy="1289562"/>
              <a:chOff x="2314821" y="572362"/>
              <a:chExt cx="5633476" cy="5347549"/>
            </a:xfrm>
          </p:grpSpPr>
          <p:sp>
            <p:nvSpPr>
              <p:cNvPr id="33" name="Rectángulo 32">
                <a:extLst>
                  <a:ext uri="{FF2B5EF4-FFF2-40B4-BE49-F238E27FC236}">
                    <a16:creationId xmlns:a16="http://schemas.microsoft.com/office/drawing/2014/main" id="{643536D7-4CFE-AD4A-1969-1B61D7B526FA}"/>
                  </a:ext>
                </a:extLst>
              </p:cNvPr>
              <p:cNvSpPr/>
              <p:nvPr/>
            </p:nvSpPr>
            <p:spPr>
              <a:xfrm>
                <a:off x="2314821"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ctángulo 33">
                <a:extLst>
                  <a:ext uri="{FF2B5EF4-FFF2-40B4-BE49-F238E27FC236}">
                    <a16:creationId xmlns:a16="http://schemas.microsoft.com/office/drawing/2014/main" id="{10933D85-1524-AB7B-40A3-BEA8BB0732C6}"/>
                  </a:ext>
                </a:extLst>
              </p:cNvPr>
              <p:cNvSpPr/>
              <p:nvPr/>
            </p:nvSpPr>
            <p:spPr>
              <a:xfrm>
                <a:off x="3262784"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ángulo 34">
                <a:extLst>
                  <a:ext uri="{FF2B5EF4-FFF2-40B4-BE49-F238E27FC236}">
                    <a16:creationId xmlns:a16="http://schemas.microsoft.com/office/drawing/2014/main" id="{4D4977F8-E4D0-9C14-AA2D-63AA04B55D2F}"/>
                  </a:ext>
                </a:extLst>
              </p:cNvPr>
              <p:cNvSpPr/>
              <p:nvPr/>
            </p:nvSpPr>
            <p:spPr>
              <a:xfrm>
                <a:off x="4239946"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ángulo 35">
                <a:extLst>
                  <a:ext uri="{FF2B5EF4-FFF2-40B4-BE49-F238E27FC236}">
                    <a16:creationId xmlns:a16="http://schemas.microsoft.com/office/drawing/2014/main" id="{624404DE-0823-4748-A065-1797F2EAEDDF}"/>
                  </a:ext>
                </a:extLst>
              </p:cNvPr>
              <p:cNvSpPr/>
              <p:nvPr/>
            </p:nvSpPr>
            <p:spPr>
              <a:xfrm>
                <a:off x="5217108"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ángulo 36">
                <a:extLst>
                  <a:ext uri="{FF2B5EF4-FFF2-40B4-BE49-F238E27FC236}">
                    <a16:creationId xmlns:a16="http://schemas.microsoft.com/office/drawing/2014/main" id="{F00DB827-FBB4-201C-6D91-7B92E89D20D6}"/>
                  </a:ext>
                </a:extLst>
              </p:cNvPr>
              <p:cNvSpPr/>
              <p:nvPr/>
            </p:nvSpPr>
            <p:spPr>
              <a:xfrm>
                <a:off x="6194270"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ángulo 37">
                <a:extLst>
                  <a:ext uri="{FF2B5EF4-FFF2-40B4-BE49-F238E27FC236}">
                    <a16:creationId xmlns:a16="http://schemas.microsoft.com/office/drawing/2014/main" id="{29E2A156-2F66-FBA9-60D5-496AC9A339BA}"/>
                  </a:ext>
                </a:extLst>
              </p:cNvPr>
              <p:cNvSpPr/>
              <p:nvPr/>
            </p:nvSpPr>
            <p:spPr>
              <a:xfrm>
                <a:off x="7181943"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ctángulo 38">
                <a:extLst>
                  <a:ext uri="{FF2B5EF4-FFF2-40B4-BE49-F238E27FC236}">
                    <a16:creationId xmlns:a16="http://schemas.microsoft.com/office/drawing/2014/main" id="{C3E5807E-1A03-30EE-7D8A-3BD5BB823BF5}"/>
                  </a:ext>
                </a:extLst>
              </p:cNvPr>
              <p:cNvSpPr/>
              <p:nvPr/>
            </p:nvSpPr>
            <p:spPr>
              <a:xfrm>
                <a:off x="2314821"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ángulo 39">
                <a:extLst>
                  <a:ext uri="{FF2B5EF4-FFF2-40B4-BE49-F238E27FC236}">
                    <a16:creationId xmlns:a16="http://schemas.microsoft.com/office/drawing/2014/main" id="{75933167-368C-0817-CE90-74E2820B2AFB}"/>
                  </a:ext>
                </a:extLst>
              </p:cNvPr>
              <p:cNvSpPr/>
              <p:nvPr/>
            </p:nvSpPr>
            <p:spPr>
              <a:xfrm>
                <a:off x="3262784"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ctángulo 40">
                <a:extLst>
                  <a:ext uri="{FF2B5EF4-FFF2-40B4-BE49-F238E27FC236}">
                    <a16:creationId xmlns:a16="http://schemas.microsoft.com/office/drawing/2014/main" id="{0E525126-BE60-3DC6-F97D-669CD576A1FA}"/>
                  </a:ext>
                </a:extLst>
              </p:cNvPr>
              <p:cNvSpPr/>
              <p:nvPr/>
            </p:nvSpPr>
            <p:spPr>
              <a:xfrm>
                <a:off x="4239946"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ángulo 41">
                <a:extLst>
                  <a:ext uri="{FF2B5EF4-FFF2-40B4-BE49-F238E27FC236}">
                    <a16:creationId xmlns:a16="http://schemas.microsoft.com/office/drawing/2014/main" id="{511BC19A-9BB7-BB0A-972F-441F594FD25B}"/>
                  </a:ext>
                </a:extLst>
              </p:cNvPr>
              <p:cNvSpPr/>
              <p:nvPr/>
            </p:nvSpPr>
            <p:spPr>
              <a:xfrm>
                <a:off x="5217108"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ctángulo 42">
                <a:extLst>
                  <a:ext uri="{FF2B5EF4-FFF2-40B4-BE49-F238E27FC236}">
                    <a16:creationId xmlns:a16="http://schemas.microsoft.com/office/drawing/2014/main" id="{B491C83B-D7AF-785D-39D7-072D2D3EAB2A}"/>
                  </a:ext>
                </a:extLst>
              </p:cNvPr>
              <p:cNvSpPr/>
              <p:nvPr/>
            </p:nvSpPr>
            <p:spPr>
              <a:xfrm>
                <a:off x="6194270"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ángulo 43">
                <a:extLst>
                  <a:ext uri="{FF2B5EF4-FFF2-40B4-BE49-F238E27FC236}">
                    <a16:creationId xmlns:a16="http://schemas.microsoft.com/office/drawing/2014/main" id="{8DCB7C14-B5E3-9FF5-DFDB-B52863073957}"/>
                  </a:ext>
                </a:extLst>
              </p:cNvPr>
              <p:cNvSpPr/>
              <p:nvPr/>
            </p:nvSpPr>
            <p:spPr>
              <a:xfrm>
                <a:off x="7181943"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ctángulo 44">
                <a:extLst>
                  <a:ext uri="{FF2B5EF4-FFF2-40B4-BE49-F238E27FC236}">
                    <a16:creationId xmlns:a16="http://schemas.microsoft.com/office/drawing/2014/main" id="{7CDB2D5A-0076-207F-EB78-5D12FA7A52B5}"/>
                  </a:ext>
                </a:extLst>
              </p:cNvPr>
              <p:cNvSpPr/>
              <p:nvPr/>
            </p:nvSpPr>
            <p:spPr>
              <a:xfrm>
                <a:off x="2314821"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ángulo 45">
                <a:extLst>
                  <a:ext uri="{FF2B5EF4-FFF2-40B4-BE49-F238E27FC236}">
                    <a16:creationId xmlns:a16="http://schemas.microsoft.com/office/drawing/2014/main" id="{7343D5F9-BA86-571F-D083-C02151F6D9F8}"/>
                  </a:ext>
                </a:extLst>
              </p:cNvPr>
              <p:cNvSpPr/>
              <p:nvPr/>
            </p:nvSpPr>
            <p:spPr>
              <a:xfrm>
                <a:off x="3262784"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ángulo 46">
                <a:extLst>
                  <a:ext uri="{FF2B5EF4-FFF2-40B4-BE49-F238E27FC236}">
                    <a16:creationId xmlns:a16="http://schemas.microsoft.com/office/drawing/2014/main" id="{AC71E173-8740-7474-8B8E-9AE8CB627EEE}"/>
                  </a:ext>
                </a:extLst>
              </p:cNvPr>
              <p:cNvSpPr/>
              <p:nvPr/>
            </p:nvSpPr>
            <p:spPr>
              <a:xfrm>
                <a:off x="4239946"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ángulo 47">
                <a:extLst>
                  <a:ext uri="{FF2B5EF4-FFF2-40B4-BE49-F238E27FC236}">
                    <a16:creationId xmlns:a16="http://schemas.microsoft.com/office/drawing/2014/main" id="{777F747D-7FAC-EE3C-43EA-5FC24F2144F4}"/>
                  </a:ext>
                </a:extLst>
              </p:cNvPr>
              <p:cNvSpPr/>
              <p:nvPr/>
            </p:nvSpPr>
            <p:spPr>
              <a:xfrm>
                <a:off x="5217108"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ctángulo 48">
                <a:extLst>
                  <a:ext uri="{FF2B5EF4-FFF2-40B4-BE49-F238E27FC236}">
                    <a16:creationId xmlns:a16="http://schemas.microsoft.com/office/drawing/2014/main" id="{FC6E8FCD-BB88-D063-0CAA-709D634C0616}"/>
                  </a:ext>
                </a:extLst>
              </p:cNvPr>
              <p:cNvSpPr/>
              <p:nvPr/>
            </p:nvSpPr>
            <p:spPr>
              <a:xfrm>
                <a:off x="6194270"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ángulo 49">
                <a:extLst>
                  <a:ext uri="{FF2B5EF4-FFF2-40B4-BE49-F238E27FC236}">
                    <a16:creationId xmlns:a16="http://schemas.microsoft.com/office/drawing/2014/main" id="{CFDF891E-EC8A-3680-3715-64AE781C1F0C}"/>
                  </a:ext>
                </a:extLst>
              </p:cNvPr>
              <p:cNvSpPr/>
              <p:nvPr/>
            </p:nvSpPr>
            <p:spPr>
              <a:xfrm>
                <a:off x="7181943"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ctángulo 50">
                <a:extLst>
                  <a:ext uri="{FF2B5EF4-FFF2-40B4-BE49-F238E27FC236}">
                    <a16:creationId xmlns:a16="http://schemas.microsoft.com/office/drawing/2014/main" id="{0A0017D6-BB4B-F237-0FC5-F775C4899C4F}"/>
                  </a:ext>
                </a:extLst>
              </p:cNvPr>
              <p:cNvSpPr/>
              <p:nvPr/>
            </p:nvSpPr>
            <p:spPr>
              <a:xfrm>
                <a:off x="2314821"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ángulo 51">
                <a:extLst>
                  <a:ext uri="{FF2B5EF4-FFF2-40B4-BE49-F238E27FC236}">
                    <a16:creationId xmlns:a16="http://schemas.microsoft.com/office/drawing/2014/main" id="{286C8E05-2FA8-69BD-34C7-E2E1CA7D6D24}"/>
                  </a:ext>
                </a:extLst>
              </p:cNvPr>
              <p:cNvSpPr/>
              <p:nvPr/>
            </p:nvSpPr>
            <p:spPr>
              <a:xfrm>
                <a:off x="3262784"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ctángulo 52">
                <a:extLst>
                  <a:ext uri="{FF2B5EF4-FFF2-40B4-BE49-F238E27FC236}">
                    <a16:creationId xmlns:a16="http://schemas.microsoft.com/office/drawing/2014/main" id="{0255FDFF-9729-E1EE-CF26-C75B8D1A42C1}"/>
                  </a:ext>
                </a:extLst>
              </p:cNvPr>
              <p:cNvSpPr/>
              <p:nvPr/>
            </p:nvSpPr>
            <p:spPr>
              <a:xfrm>
                <a:off x="4239946"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ctángulo 53">
                <a:extLst>
                  <a:ext uri="{FF2B5EF4-FFF2-40B4-BE49-F238E27FC236}">
                    <a16:creationId xmlns:a16="http://schemas.microsoft.com/office/drawing/2014/main" id="{3B21D526-A320-6346-D81C-316CA45576F8}"/>
                  </a:ext>
                </a:extLst>
              </p:cNvPr>
              <p:cNvSpPr/>
              <p:nvPr/>
            </p:nvSpPr>
            <p:spPr>
              <a:xfrm>
                <a:off x="5217108"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ángulo 54">
                <a:extLst>
                  <a:ext uri="{FF2B5EF4-FFF2-40B4-BE49-F238E27FC236}">
                    <a16:creationId xmlns:a16="http://schemas.microsoft.com/office/drawing/2014/main" id="{26CCF225-82C7-B7D1-66C2-8DF438D3F636}"/>
                  </a:ext>
                </a:extLst>
              </p:cNvPr>
              <p:cNvSpPr/>
              <p:nvPr/>
            </p:nvSpPr>
            <p:spPr>
              <a:xfrm>
                <a:off x="6194270"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ectángulo 55">
                <a:extLst>
                  <a:ext uri="{FF2B5EF4-FFF2-40B4-BE49-F238E27FC236}">
                    <a16:creationId xmlns:a16="http://schemas.microsoft.com/office/drawing/2014/main" id="{AA692E5B-22A2-D950-86E3-CE8C7E66CD70}"/>
                  </a:ext>
                </a:extLst>
              </p:cNvPr>
              <p:cNvSpPr/>
              <p:nvPr/>
            </p:nvSpPr>
            <p:spPr>
              <a:xfrm>
                <a:off x="7181943"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ectángulo 56">
                <a:extLst>
                  <a:ext uri="{FF2B5EF4-FFF2-40B4-BE49-F238E27FC236}">
                    <a16:creationId xmlns:a16="http://schemas.microsoft.com/office/drawing/2014/main" id="{ED6308FA-25FC-26CC-816A-93266401B942}"/>
                  </a:ext>
                </a:extLst>
              </p:cNvPr>
              <p:cNvSpPr/>
              <p:nvPr/>
            </p:nvSpPr>
            <p:spPr>
              <a:xfrm>
                <a:off x="2314821"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ectángulo 57">
                <a:extLst>
                  <a:ext uri="{FF2B5EF4-FFF2-40B4-BE49-F238E27FC236}">
                    <a16:creationId xmlns:a16="http://schemas.microsoft.com/office/drawing/2014/main" id="{0D89E869-36A4-4F94-AA74-E43D23B61EBB}"/>
                  </a:ext>
                </a:extLst>
              </p:cNvPr>
              <p:cNvSpPr/>
              <p:nvPr/>
            </p:nvSpPr>
            <p:spPr>
              <a:xfrm>
                <a:off x="3262784"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ángulo 58">
                <a:extLst>
                  <a:ext uri="{FF2B5EF4-FFF2-40B4-BE49-F238E27FC236}">
                    <a16:creationId xmlns:a16="http://schemas.microsoft.com/office/drawing/2014/main" id="{1A9E2873-17AB-9C01-178D-04BDD075364B}"/>
                  </a:ext>
                </a:extLst>
              </p:cNvPr>
              <p:cNvSpPr/>
              <p:nvPr/>
            </p:nvSpPr>
            <p:spPr>
              <a:xfrm>
                <a:off x="4239946"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ectángulo 59">
                <a:extLst>
                  <a:ext uri="{FF2B5EF4-FFF2-40B4-BE49-F238E27FC236}">
                    <a16:creationId xmlns:a16="http://schemas.microsoft.com/office/drawing/2014/main" id="{0F11838A-729C-5CA6-BD4C-BE9F08E50735}"/>
                  </a:ext>
                </a:extLst>
              </p:cNvPr>
              <p:cNvSpPr/>
              <p:nvPr/>
            </p:nvSpPr>
            <p:spPr>
              <a:xfrm>
                <a:off x="5217108"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ectángulo 60">
                <a:extLst>
                  <a:ext uri="{FF2B5EF4-FFF2-40B4-BE49-F238E27FC236}">
                    <a16:creationId xmlns:a16="http://schemas.microsoft.com/office/drawing/2014/main" id="{E80D9F7A-31DE-812D-9C61-871052C50086}"/>
                  </a:ext>
                </a:extLst>
              </p:cNvPr>
              <p:cNvSpPr/>
              <p:nvPr/>
            </p:nvSpPr>
            <p:spPr>
              <a:xfrm>
                <a:off x="6194270"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Rectángulo 61">
                <a:extLst>
                  <a:ext uri="{FF2B5EF4-FFF2-40B4-BE49-F238E27FC236}">
                    <a16:creationId xmlns:a16="http://schemas.microsoft.com/office/drawing/2014/main" id="{4E9ABB24-A459-24E3-C31D-B5594CCE0EC8}"/>
                  </a:ext>
                </a:extLst>
              </p:cNvPr>
              <p:cNvSpPr/>
              <p:nvPr/>
            </p:nvSpPr>
            <p:spPr>
              <a:xfrm>
                <a:off x="7181943"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ectángulo 62">
                <a:extLst>
                  <a:ext uri="{FF2B5EF4-FFF2-40B4-BE49-F238E27FC236}">
                    <a16:creationId xmlns:a16="http://schemas.microsoft.com/office/drawing/2014/main" id="{2438E069-7331-363D-1F65-BD8096048DB9}"/>
                  </a:ext>
                </a:extLst>
              </p:cNvPr>
              <p:cNvSpPr/>
              <p:nvPr/>
            </p:nvSpPr>
            <p:spPr>
              <a:xfrm>
                <a:off x="2314821"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ectángulo 63">
                <a:extLst>
                  <a:ext uri="{FF2B5EF4-FFF2-40B4-BE49-F238E27FC236}">
                    <a16:creationId xmlns:a16="http://schemas.microsoft.com/office/drawing/2014/main" id="{D1A04D59-A8D4-F676-57F9-313DE482F3AA}"/>
                  </a:ext>
                </a:extLst>
              </p:cNvPr>
              <p:cNvSpPr/>
              <p:nvPr/>
            </p:nvSpPr>
            <p:spPr>
              <a:xfrm>
                <a:off x="3262784"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ectángulo 64">
                <a:extLst>
                  <a:ext uri="{FF2B5EF4-FFF2-40B4-BE49-F238E27FC236}">
                    <a16:creationId xmlns:a16="http://schemas.microsoft.com/office/drawing/2014/main" id="{DE31958B-0E57-BCA1-D61A-F60A42712915}"/>
                  </a:ext>
                </a:extLst>
              </p:cNvPr>
              <p:cNvSpPr/>
              <p:nvPr/>
            </p:nvSpPr>
            <p:spPr>
              <a:xfrm>
                <a:off x="4239946"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ángulo 65">
                <a:extLst>
                  <a:ext uri="{FF2B5EF4-FFF2-40B4-BE49-F238E27FC236}">
                    <a16:creationId xmlns:a16="http://schemas.microsoft.com/office/drawing/2014/main" id="{C8FB257B-16E3-7D9A-6CB2-75C6DA1D2F69}"/>
                  </a:ext>
                </a:extLst>
              </p:cNvPr>
              <p:cNvSpPr/>
              <p:nvPr/>
            </p:nvSpPr>
            <p:spPr>
              <a:xfrm>
                <a:off x="5217108"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ángulo 66">
                <a:extLst>
                  <a:ext uri="{FF2B5EF4-FFF2-40B4-BE49-F238E27FC236}">
                    <a16:creationId xmlns:a16="http://schemas.microsoft.com/office/drawing/2014/main" id="{A2F971CC-7A27-D2A4-7238-D520BA9FF3AF}"/>
                  </a:ext>
                </a:extLst>
              </p:cNvPr>
              <p:cNvSpPr/>
              <p:nvPr/>
            </p:nvSpPr>
            <p:spPr>
              <a:xfrm>
                <a:off x="6194270"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Rectángulo 67">
                <a:extLst>
                  <a:ext uri="{FF2B5EF4-FFF2-40B4-BE49-F238E27FC236}">
                    <a16:creationId xmlns:a16="http://schemas.microsoft.com/office/drawing/2014/main" id="{106A70D1-2837-A342-F8C2-58B8ABB1CCF8}"/>
                  </a:ext>
                </a:extLst>
              </p:cNvPr>
              <p:cNvSpPr/>
              <p:nvPr/>
            </p:nvSpPr>
            <p:spPr>
              <a:xfrm>
                <a:off x="7181943"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upo 13">
              <a:extLst>
                <a:ext uri="{FF2B5EF4-FFF2-40B4-BE49-F238E27FC236}">
                  <a16:creationId xmlns:a16="http://schemas.microsoft.com/office/drawing/2014/main" id="{BD2A201F-BC9C-5213-DB68-EB4D0438FDC5}"/>
                </a:ext>
              </a:extLst>
            </p:cNvPr>
            <p:cNvGrpSpPr/>
            <p:nvPr/>
          </p:nvGrpSpPr>
          <p:grpSpPr>
            <a:xfrm>
              <a:off x="6345130" y="2914422"/>
              <a:ext cx="1448634" cy="1289562"/>
              <a:chOff x="2314821" y="572362"/>
              <a:chExt cx="5633476" cy="5347549"/>
            </a:xfrm>
          </p:grpSpPr>
          <p:sp>
            <p:nvSpPr>
              <p:cNvPr id="15" name="Rectángulo 14">
                <a:extLst>
                  <a:ext uri="{FF2B5EF4-FFF2-40B4-BE49-F238E27FC236}">
                    <a16:creationId xmlns:a16="http://schemas.microsoft.com/office/drawing/2014/main" id="{C48DA9FC-7787-C211-A349-EC2370638051}"/>
                  </a:ext>
                </a:extLst>
              </p:cNvPr>
              <p:cNvSpPr/>
              <p:nvPr/>
            </p:nvSpPr>
            <p:spPr>
              <a:xfrm>
                <a:off x="2314821"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ángulo 15">
                <a:extLst>
                  <a:ext uri="{FF2B5EF4-FFF2-40B4-BE49-F238E27FC236}">
                    <a16:creationId xmlns:a16="http://schemas.microsoft.com/office/drawing/2014/main" id="{BF3E2C5D-3C04-84FA-3E91-CB97AA00E173}"/>
                  </a:ext>
                </a:extLst>
              </p:cNvPr>
              <p:cNvSpPr/>
              <p:nvPr/>
            </p:nvSpPr>
            <p:spPr>
              <a:xfrm>
                <a:off x="3262784"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ángulo 16">
                <a:extLst>
                  <a:ext uri="{FF2B5EF4-FFF2-40B4-BE49-F238E27FC236}">
                    <a16:creationId xmlns:a16="http://schemas.microsoft.com/office/drawing/2014/main" id="{E9DFFF8F-653C-37BA-0024-DD2888213EE8}"/>
                  </a:ext>
                </a:extLst>
              </p:cNvPr>
              <p:cNvSpPr/>
              <p:nvPr/>
            </p:nvSpPr>
            <p:spPr>
              <a:xfrm>
                <a:off x="4239946"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85CF4315-3F0C-D3B1-EBBD-67A355E7837D}"/>
                  </a:ext>
                </a:extLst>
              </p:cNvPr>
              <p:cNvSpPr/>
              <p:nvPr/>
            </p:nvSpPr>
            <p:spPr>
              <a:xfrm>
                <a:off x="5217108"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ángulo 18">
                <a:extLst>
                  <a:ext uri="{FF2B5EF4-FFF2-40B4-BE49-F238E27FC236}">
                    <a16:creationId xmlns:a16="http://schemas.microsoft.com/office/drawing/2014/main" id="{8398F584-FB7D-CFB6-F55E-6A215810B91E}"/>
                  </a:ext>
                </a:extLst>
              </p:cNvPr>
              <p:cNvSpPr/>
              <p:nvPr/>
            </p:nvSpPr>
            <p:spPr>
              <a:xfrm>
                <a:off x="6194270"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ángulo 19">
                <a:extLst>
                  <a:ext uri="{FF2B5EF4-FFF2-40B4-BE49-F238E27FC236}">
                    <a16:creationId xmlns:a16="http://schemas.microsoft.com/office/drawing/2014/main" id="{43BC6F87-D961-CF94-58D8-A9BE88AEDFD6}"/>
                  </a:ext>
                </a:extLst>
              </p:cNvPr>
              <p:cNvSpPr/>
              <p:nvPr/>
            </p:nvSpPr>
            <p:spPr>
              <a:xfrm>
                <a:off x="7181943"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ángulo 20">
                <a:extLst>
                  <a:ext uri="{FF2B5EF4-FFF2-40B4-BE49-F238E27FC236}">
                    <a16:creationId xmlns:a16="http://schemas.microsoft.com/office/drawing/2014/main" id="{B73BBE7E-B9F8-B231-53AE-C0896886230B}"/>
                  </a:ext>
                </a:extLst>
              </p:cNvPr>
              <p:cNvSpPr/>
              <p:nvPr/>
            </p:nvSpPr>
            <p:spPr>
              <a:xfrm>
                <a:off x="2314821"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ángulo 21">
                <a:extLst>
                  <a:ext uri="{FF2B5EF4-FFF2-40B4-BE49-F238E27FC236}">
                    <a16:creationId xmlns:a16="http://schemas.microsoft.com/office/drawing/2014/main" id="{FB91F3C7-BB80-F9C3-1795-01690232DEE7}"/>
                  </a:ext>
                </a:extLst>
              </p:cNvPr>
              <p:cNvSpPr/>
              <p:nvPr/>
            </p:nvSpPr>
            <p:spPr>
              <a:xfrm>
                <a:off x="3262784"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ángulo 22">
                <a:extLst>
                  <a:ext uri="{FF2B5EF4-FFF2-40B4-BE49-F238E27FC236}">
                    <a16:creationId xmlns:a16="http://schemas.microsoft.com/office/drawing/2014/main" id="{28C36CED-B0FE-0449-09EA-AA4FE25DCA1E}"/>
                  </a:ext>
                </a:extLst>
              </p:cNvPr>
              <p:cNvSpPr/>
              <p:nvPr/>
            </p:nvSpPr>
            <p:spPr>
              <a:xfrm>
                <a:off x="4239946"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ángulo 23">
                <a:extLst>
                  <a:ext uri="{FF2B5EF4-FFF2-40B4-BE49-F238E27FC236}">
                    <a16:creationId xmlns:a16="http://schemas.microsoft.com/office/drawing/2014/main" id="{E6B8EADC-D702-E272-0F91-8613702B2DC3}"/>
                  </a:ext>
                </a:extLst>
              </p:cNvPr>
              <p:cNvSpPr/>
              <p:nvPr/>
            </p:nvSpPr>
            <p:spPr>
              <a:xfrm>
                <a:off x="5217108"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ángulo 24">
                <a:extLst>
                  <a:ext uri="{FF2B5EF4-FFF2-40B4-BE49-F238E27FC236}">
                    <a16:creationId xmlns:a16="http://schemas.microsoft.com/office/drawing/2014/main" id="{36F454F6-86C0-9B59-DDFD-B046889911A8}"/>
                  </a:ext>
                </a:extLst>
              </p:cNvPr>
              <p:cNvSpPr/>
              <p:nvPr/>
            </p:nvSpPr>
            <p:spPr>
              <a:xfrm>
                <a:off x="6194270"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ángulo 25">
                <a:extLst>
                  <a:ext uri="{FF2B5EF4-FFF2-40B4-BE49-F238E27FC236}">
                    <a16:creationId xmlns:a16="http://schemas.microsoft.com/office/drawing/2014/main" id="{9413830B-0855-119D-160C-0A3FE36F94D8}"/>
                  </a:ext>
                </a:extLst>
              </p:cNvPr>
              <p:cNvSpPr/>
              <p:nvPr/>
            </p:nvSpPr>
            <p:spPr>
              <a:xfrm>
                <a:off x="7181943"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ángulo 26">
                <a:extLst>
                  <a:ext uri="{FF2B5EF4-FFF2-40B4-BE49-F238E27FC236}">
                    <a16:creationId xmlns:a16="http://schemas.microsoft.com/office/drawing/2014/main" id="{C4F7BBAF-EF7E-681A-661F-4BEDF2986097}"/>
                  </a:ext>
                </a:extLst>
              </p:cNvPr>
              <p:cNvSpPr/>
              <p:nvPr/>
            </p:nvSpPr>
            <p:spPr>
              <a:xfrm>
                <a:off x="2314821"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ángulo 27">
                <a:extLst>
                  <a:ext uri="{FF2B5EF4-FFF2-40B4-BE49-F238E27FC236}">
                    <a16:creationId xmlns:a16="http://schemas.microsoft.com/office/drawing/2014/main" id="{74601926-51B3-C5F8-1D85-44A68F1BD993}"/>
                  </a:ext>
                </a:extLst>
              </p:cNvPr>
              <p:cNvSpPr/>
              <p:nvPr/>
            </p:nvSpPr>
            <p:spPr>
              <a:xfrm>
                <a:off x="3262784"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ángulo 28">
                <a:extLst>
                  <a:ext uri="{FF2B5EF4-FFF2-40B4-BE49-F238E27FC236}">
                    <a16:creationId xmlns:a16="http://schemas.microsoft.com/office/drawing/2014/main" id="{5EFB9BB7-0B8D-13DF-DDF9-481626E2C61C}"/>
                  </a:ext>
                </a:extLst>
              </p:cNvPr>
              <p:cNvSpPr/>
              <p:nvPr/>
            </p:nvSpPr>
            <p:spPr>
              <a:xfrm>
                <a:off x="4239946"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ángulo 29">
                <a:extLst>
                  <a:ext uri="{FF2B5EF4-FFF2-40B4-BE49-F238E27FC236}">
                    <a16:creationId xmlns:a16="http://schemas.microsoft.com/office/drawing/2014/main" id="{B3CAC793-D503-7FE5-74E3-C8B8EB6241DE}"/>
                  </a:ext>
                </a:extLst>
              </p:cNvPr>
              <p:cNvSpPr/>
              <p:nvPr/>
            </p:nvSpPr>
            <p:spPr>
              <a:xfrm>
                <a:off x="5217108"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ángulo 30">
                <a:extLst>
                  <a:ext uri="{FF2B5EF4-FFF2-40B4-BE49-F238E27FC236}">
                    <a16:creationId xmlns:a16="http://schemas.microsoft.com/office/drawing/2014/main" id="{E31D6638-46BB-D438-204D-420655B4F46B}"/>
                  </a:ext>
                </a:extLst>
              </p:cNvPr>
              <p:cNvSpPr/>
              <p:nvPr/>
            </p:nvSpPr>
            <p:spPr>
              <a:xfrm>
                <a:off x="6194270"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Rectángulo 68">
                <a:extLst>
                  <a:ext uri="{FF2B5EF4-FFF2-40B4-BE49-F238E27FC236}">
                    <a16:creationId xmlns:a16="http://schemas.microsoft.com/office/drawing/2014/main" id="{A4259419-3FC1-4B1D-CFC4-851EF184679D}"/>
                  </a:ext>
                </a:extLst>
              </p:cNvPr>
              <p:cNvSpPr/>
              <p:nvPr/>
            </p:nvSpPr>
            <p:spPr>
              <a:xfrm>
                <a:off x="7181943"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Rectángulo 69">
                <a:extLst>
                  <a:ext uri="{FF2B5EF4-FFF2-40B4-BE49-F238E27FC236}">
                    <a16:creationId xmlns:a16="http://schemas.microsoft.com/office/drawing/2014/main" id="{CC3566C8-6CDD-D2A0-FE2D-9056B284BDD2}"/>
                  </a:ext>
                </a:extLst>
              </p:cNvPr>
              <p:cNvSpPr/>
              <p:nvPr/>
            </p:nvSpPr>
            <p:spPr>
              <a:xfrm>
                <a:off x="2314821"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ectángulo 70">
                <a:extLst>
                  <a:ext uri="{FF2B5EF4-FFF2-40B4-BE49-F238E27FC236}">
                    <a16:creationId xmlns:a16="http://schemas.microsoft.com/office/drawing/2014/main" id="{5D4F6C6E-ED59-1D90-EB9A-AD80F28E153D}"/>
                  </a:ext>
                </a:extLst>
              </p:cNvPr>
              <p:cNvSpPr/>
              <p:nvPr/>
            </p:nvSpPr>
            <p:spPr>
              <a:xfrm>
                <a:off x="3262784"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Rectángulo 71">
                <a:extLst>
                  <a:ext uri="{FF2B5EF4-FFF2-40B4-BE49-F238E27FC236}">
                    <a16:creationId xmlns:a16="http://schemas.microsoft.com/office/drawing/2014/main" id="{570592D2-C463-3A2F-CB69-D20C5E4078A7}"/>
                  </a:ext>
                </a:extLst>
              </p:cNvPr>
              <p:cNvSpPr/>
              <p:nvPr/>
            </p:nvSpPr>
            <p:spPr>
              <a:xfrm>
                <a:off x="4239946"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Rectángulo 72">
                <a:extLst>
                  <a:ext uri="{FF2B5EF4-FFF2-40B4-BE49-F238E27FC236}">
                    <a16:creationId xmlns:a16="http://schemas.microsoft.com/office/drawing/2014/main" id="{BFA9E0B5-697E-D980-D954-A1E734DCABC9}"/>
                  </a:ext>
                </a:extLst>
              </p:cNvPr>
              <p:cNvSpPr/>
              <p:nvPr/>
            </p:nvSpPr>
            <p:spPr>
              <a:xfrm>
                <a:off x="5217108"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Rectángulo 73">
                <a:extLst>
                  <a:ext uri="{FF2B5EF4-FFF2-40B4-BE49-F238E27FC236}">
                    <a16:creationId xmlns:a16="http://schemas.microsoft.com/office/drawing/2014/main" id="{3B5B0167-31C0-65F6-439E-B70D9EEA7A26}"/>
                  </a:ext>
                </a:extLst>
              </p:cNvPr>
              <p:cNvSpPr/>
              <p:nvPr/>
            </p:nvSpPr>
            <p:spPr>
              <a:xfrm>
                <a:off x="6194270"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Rectángulo 74">
                <a:extLst>
                  <a:ext uri="{FF2B5EF4-FFF2-40B4-BE49-F238E27FC236}">
                    <a16:creationId xmlns:a16="http://schemas.microsoft.com/office/drawing/2014/main" id="{F9554C3F-ECD2-A3A7-2C1D-F3BFBF9566DA}"/>
                  </a:ext>
                </a:extLst>
              </p:cNvPr>
              <p:cNvSpPr/>
              <p:nvPr/>
            </p:nvSpPr>
            <p:spPr>
              <a:xfrm>
                <a:off x="7181943"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Rectángulo 75">
                <a:extLst>
                  <a:ext uri="{FF2B5EF4-FFF2-40B4-BE49-F238E27FC236}">
                    <a16:creationId xmlns:a16="http://schemas.microsoft.com/office/drawing/2014/main" id="{D8EBCB5A-A4AC-4C91-EB7F-9D944E8D407B}"/>
                  </a:ext>
                </a:extLst>
              </p:cNvPr>
              <p:cNvSpPr/>
              <p:nvPr/>
            </p:nvSpPr>
            <p:spPr>
              <a:xfrm>
                <a:off x="2314821"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Rectángulo 76">
                <a:extLst>
                  <a:ext uri="{FF2B5EF4-FFF2-40B4-BE49-F238E27FC236}">
                    <a16:creationId xmlns:a16="http://schemas.microsoft.com/office/drawing/2014/main" id="{F7093F88-72C7-9622-44E9-A47BCDA09871}"/>
                  </a:ext>
                </a:extLst>
              </p:cNvPr>
              <p:cNvSpPr/>
              <p:nvPr/>
            </p:nvSpPr>
            <p:spPr>
              <a:xfrm>
                <a:off x="3262784"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Rectángulo 77">
                <a:extLst>
                  <a:ext uri="{FF2B5EF4-FFF2-40B4-BE49-F238E27FC236}">
                    <a16:creationId xmlns:a16="http://schemas.microsoft.com/office/drawing/2014/main" id="{A5E1B0C3-3918-37A1-21C1-B5800D3FFBC6}"/>
                  </a:ext>
                </a:extLst>
              </p:cNvPr>
              <p:cNvSpPr/>
              <p:nvPr/>
            </p:nvSpPr>
            <p:spPr>
              <a:xfrm>
                <a:off x="4239946"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 name="Rectángulo 78">
                <a:extLst>
                  <a:ext uri="{FF2B5EF4-FFF2-40B4-BE49-F238E27FC236}">
                    <a16:creationId xmlns:a16="http://schemas.microsoft.com/office/drawing/2014/main" id="{25C58218-007A-8406-127B-710C5B3619B5}"/>
                  </a:ext>
                </a:extLst>
              </p:cNvPr>
              <p:cNvSpPr/>
              <p:nvPr/>
            </p:nvSpPr>
            <p:spPr>
              <a:xfrm>
                <a:off x="5217108"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Rectángulo 79">
                <a:extLst>
                  <a:ext uri="{FF2B5EF4-FFF2-40B4-BE49-F238E27FC236}">
                    <a16:creationId xmlns:a16="http://schemas.microsoft.com/office/drawing/2014/main" id="{951E9984-1EC9-89B1-4586-59A0C2569AA7}"/>
                  </a:ext>
                </a:extLst>
              </p:cNvPr>
              <p:cNvSpPr/>
              <p:nvPr/>
            </p:nvSpPr>
            <p:spPr>
              <a:xfrm>
                <a:off x="6194270"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Rectángulo 80">
                <a:extLst>
                  <a:ext uri="{FF2B5EF4-FFF2-40B4-BE49-F238E27FC236}">
                    <a16:creationId xmlns:a16="http://schemas.microsoft.com/office/drawing/2014/main" id="{A5CA5276-046F-FE87-EC42-3850B0D6DF02}"/>
                  </a:ext>
                </a:extLst>
              </p:cNvPr>
              <p:cNvSpPr/>
              <p:nvPr/>
            </p:nvSpPr>
            <p:spPr>
              <a:xfrm>
                <a:off x="7181943"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 name="Rectángulo 81">
                <a:extLst>
                  <a:ext uri="{FF2B5EF4-FFF2-40B4-BE49-F238E27FC236}">
                    <a16:creationId xmlns:a16="http://schemas.microsoft.com/office/drawing/2014/main" id="{75B5D0F9-7510-319E-D016-ADBDC5A5EACC}"/>
                  </a:ext>
                </a:extLst>
              </p:cNvPr>
              <p:cNvSpPr/>
              <p:nvPr/>
            </p:nvSpPr>
            <p:spPr>
              <a:xfrm>
                <a:off x="2314821"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Rectángulo 82">
                <a:extLst>
                  <a:ext uri="{FF2B5EF4-FFF2-40B4-BE49-F238E27FC236}">
                    <a16:creationId xmlns:a16="http://schemas.microsoft.com/office/drawing/2014/main" id="{9855FCDB-58BB-4368-CF1A-B614FF6A8878}"/>
                  </a:ext>
                </a:extLst>
              </p:cNvPr>
              <p:cNvSpPr/>
              <p:nvPr/>
            </p:nvSpPr>
            <p:spPr>
              <a:xfrm>
                <a:off x="3262784"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ectángulo 83">
                <a:extLst>
                  <a:ext uri="{FF2B5EF4-FFF2-40B4-BE49-F238E27FC236}">
                    <a16:creationId xmlns:a16="http://schemas.microsoft.com/office/drawing/2014/main" id="{EC6808A1-5976-F5BF-5824-E56029FC8F0A}"/>
                  </a:ext>
                </a:extLst>
              </p:cNvPr>
              <p:cNvSpPr/>
              <p:nvPr/>
            </p:nvSpPr>
            <p:spPr>
              <a:xfrm>
                <a:off x="4239946"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Rectángulo 84">
                <a:extLst>
                  <a:ext uri="{FF2B5EF4-FFF2-40B4-BE49-F238E27FC236}">
                    <a16:creationId xmlns:a16="http://schemas.microsoft.com/office/drawing/2014/main" id="{B42B589F-14F4-896E-31F7-706EBC05CF4E}"/>
                  </a:ext>
                </a:extLst>
              </p:cNvPr>
              <p:cNvSpPr/>
              <p:nvPr/>
            </p:nvSpPr>
            <p:spPr>
              <a:xfrm>
                <a:off x="5217108"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Rectángulo 85">
                <a:extLst>
                  <a:ext uri="{FF2B5EF4-FFF2-40B4-BE49-F238E27FC236}">
                    <a16:creationId xmlns:a16="http://schemas.microsoft.com/office/drawing/2014/main" id="{5E62A551-2AD4-C94E-C1E8-57E5EE3C77E2}"/>
                  </a:ext>
                </a:extLst>
              </p:cNvPr>
              <p:cNvSpPr/>
              <p:nvPr/>
            </p:nvSpPr>
            <p:spPr>
              <a:xfrm>
                <a:off x="6194270"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Rectángulo 86">
                <a:extLst>
                  <a:ext uri="{FF2B5EF4-FFF2-40B4-BE49-F238E27FC236}">
                    <a16:creationId xmlns:a16="http://schemas.microsoft.com/office/drawing/2014/main" id="{13D7F6F5-58D9-654F-2E17-D28E42C93326}"/>
                  </a:ext>
                </a:extLst>
              </p:cNvPr>
              <p:cNvSpPr/>
              <p:nvPr/>
            </p:nvSpPr>
            <p:spPr>
              <a:xfrm>
                <a:off x="7181943"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8" name="Grupo 87">
              <a:extLst>
                <a:ext uri="{FF2B5EF4-FFF2-40B4-BE49-F238E27FC236}">
                  <a16:creationId xmlns:a16="http://schemas.microsoft.com/office/drawing/2014/main" id="{56746036-CB30-4C67-2F8F-B77EF8256425}"/>
                </a:ext>
              </a:extLst>
            </p:cNvPr>
            <p:cNvGrpSpPr/>
            <p:nvPr/>
          </p:nvGrpSpPr>
          <p:grpSpPr>
            <a:xfrm>
              <a:off x="6338780" y="4254836"/>
              <a:ext cx="1448634" cy="1289562"/>
              <a:chOff x="2314821" y="572362"/>
              <a:chExt cx="5633476" cy="5347549"/>
            </a:xfrm>
          </p:grpSpPr>
          <p:sp>
            <p:nvSpPr>
              <p:cNvPr id="89" name="Rectángulo 88">
                <a:extLst>
                  <a:ext uri="{FF2B5EF4-FFF2-40B4-BE49-F238E27FC236}">
                    <a16:creationId xmlns:a16="http://schemas.microsoft.com/office/drawing/2014/main" id="{739EDD51-6A70-8AD5-EF20-DD81993C04B9}"/>
                  </a:ext>
                </a:extLst>
              </p:cNvPr>
              <p:cNvSpPr/>
              <p:nvPr/>
            </p:nvSpPr>
            <p:spPr>
              <a:xfrm>
                <a:off x="2314821"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Rectángulo 89">
                <a:extLst>
                  <a:ext uri="{FF2B5EF4-FFF2-40B4-BE49-F238E27FC236}">
                    <a16:creationId xmlns:a16="http://schemas.microsoft.com/office/drawing/2014/main" id="{2056BC08-47AD-39EB-78D8-847D2C1A815F}"/>
                  </a:ext>
                </a:extLst>
              </p:cNvPr>
              <p:cNvSpPr/>
              <p:nvPr/>
            </p:nvSpPr>
            <p:spPr>
              <a:xfrm>
                <a:off x="3262784"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Rectángulo 90">
                <a:extLst>
                  <a:ext uri="{FF2B5EF4-FFF2-40B4-BE49-F238E27FC236}">
                    <a16:creationId xmlns:a16="http://schemas.microsoft.com/office/drawing/2014/main" id="{EC388449-6595-8BE2-7260-64AA0FC71192}"/>
                  </a:ext>
                </a:extLst>
              </p:cNvPr>
              <p:cNvSpPr/>
              <p:nvPr/>
            </p:nvSpPr>
            <p:spPr>
              <a:xfrm>
                <a:off x="4239946"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Rectángulo 91">
                <a:extLst>
                  <a:ext uri="{FF2B5EF4-FFF2-40B4-BE49-F238E27FC236}">
                    <a16:creationId xmlns:a16="http://schemas.microsoft.com/office/drawing/2014/main" id="{A9A5CC62-C35A-DEF8-3FD6-438163C81A55}"/>
                  </a:ext>
                </a:extLst>
              </p:cNvPr>
              <p:cNvSpPr/>
              <p:nvPr/>
            </p:nvSpPr>
            <p:spPr>
              <a:xfrm>
                <a:off x="5217108"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Rectángulo 92">
                <a:extLst>
                  <a:ext uri="{FF2B5EF4-FFF2-40B4-BE49-F238E27FC236}">
                    <a16:creationId xmlns:a16="http://schemas.microsoft.com/office/drawing/2014/main" id="{97B6D6AC-C9A7-A1C4-86C7-DC6349C2261A}"/>
                  </a:ext>
                </a:extLst>
              </p:cNvPr>
              <p:cNvSpPr/>
              <p:nvPr/>
            </p:nvSpPr>
            <p:spPr>
              <a:xfrm>
                <a:off x="6194270"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Rectángulo 93">
                <a:extLst>
                  <a:ext uri="{FF2B5EF4-FFF2-40B4-BE49-F238E27FC236}">
                    <a16:creationId xmlns:a16="http://schemas.microsoft.com/office/drawing/2014/main" id="{2E7B2450-7E36-8923-14B3-06D0FD7E6BDD}"/>
                  </a:ext>
                </a:extLst>
              </p:cNvPr>
              <p:cNvSpPr/>
              <p:nvPr/>
            </p:nvSpPr>
            <p:spPr>
              <a:xfrm>
                <a:off x="7181943" y="57236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Rectángulo 94">
                <a:extLst>
                  <a:ext uri="{FF2B5EF4-FFF2-40B4-BE49-F238E27FC236}">
                    <a16:creationId xmlns:a16="http://schemas.microsoft.com/office/drawing/2014/main" id="{C2BD0633-C36A-FD25-2B11-51EE7FE16914}"/>
                  </a:ext>
                </a:extLst>
              </p:cNvPr>
              <p:cNvSpPr/>
              <p:nvPr/>
            </p:nvSpPr>
            <p:spPr>
              <a:xfrm>
                <a:off x="2314821"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Rectángulo 95">
                <a:extLst>
                  <a:ext uri="{FF2B5EF4-FFF2-40B4-BE49-F238E27FC236}">
                    <a16:creationId xmlns:a16="http://schemas.microsoft.com/office/drawing/2014/main" id="{91E33026-D37C-7F8C-F028-49AB04101280}"/>
                  </a:ext>
                </a:extLst>
              </p:cNvPr>
              <p:cNvSpPr/>
              <p:nvPr/>
            </p:nvSpPr>
            <p:spPr>
              <a:xfrm>
                <a:off x="3262784"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Rectángulo 96">
                <a:extLst>
                  <a:ext uri="{FF2B5EF4-FFF2-40B4-BE49-F238E27FC236}">
                    <a16:creationId xmlns:a16="http://schemas.microsoft.com/office/drawing/2014/main" id="{9F33BBAD-8BCF-FEE9-FA3A-920D1C1DF7C7}"/>
                  </a:ext>
                </a:extLst>
              </p:cNvPr>
              <p:cNvSpPr/>
              <p:nvPr/>
            </p:nvSpPr>
            <p:spPr>
              <a:xfrm>
                <a:off x="4239946"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Rectángulo 97">
                <a:extLst>
                  <a:ext uri="{FF2B5EF4-FFF2-40B4-BE49-F238E27FC236}">
                    <a16:creationId xmlns:a16="http://schemas.microsoft.com/office/drawing/2014/main" id="{A1524F93-E07F-4052-F9F5-52042EB3FBE3}"/>
                  </a:ext>
                </a:extLst>
              </p:cNvPr>
              <p:cNvSpPr/>
              <p:nvPr/>
            </p:nvSpPr>
            <p:spPr>
              <a:xfrm>
                <a:off x="5217108"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Rectángulo 98">
                <a:extLst>
                  <a:ext uri="{FF2B5EF4-FFF2-40B4-BE49-F238E27FC236}">
                    <a16:creationId xmlns:a16="http://schemas.microsoft.com/office/drawing/2014/main" id="{A2ABDFB3-ED8E-EBB6-3873-F3B6399138B8}"/>
                  </a:ext>
                </a:extLst>
              </p:cNvPr>
              <p:cNvSpPr/>
              <p:nvPr/>
            </p:nvSpPr>
            <p:spPr>
              <a:xfrm>
                <a:off x="6194270"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 name="Rectángulo 99">
                <a:extLst>
                  <a:ext uri="{FF2B5EF4-FFF2-40B4-BE49-F238E27FC236}">
                    <a16:creationId xmlns:a16="http://schemas.microsoft.com/office/drawing/2014/main" id="{0E4C2DBB-DA49-C2FC-72E5-819D32C16193}"/>
                  </a:ext>
                </a:extLst>
              </p:cNvPr>
              <p:cNvSpPr/>
              <p:nvPr/>
            </p:nvSpPr>
            <p:spPr>
              <a:xfrm>
                <a:off x="7181943" y="148240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Rectángulo 100">
                <a:extLst>
                  <a:ext uri="{FF2B5EF4-FFF2-40B4-BE49-F238E27FC236}">
                    <a16:creationId xmlns:a16="http://schemas.microsoft.com/office/drawing/2014/main" id="{05E8D1D6-8422-AE16-84B7-158B96474973}"/>
                  </a:ext>
                </a:extLst>
              </p:cNvPr>
              <p:cNvSpPr/>
              <p:nvPr/>
            </p:nvSpPr>
            <p:spPr>
              <a:xfrm>
                <a:off x="2314821"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 name="Rectángulo 101">
                <a:extLst>
                  <a:ext uri="{FF2B5EF4-FFF2-40B4-BE49-F238E27FC236}">
                    <a16:creationId xmlns:a16="http://schemas.microsoft.com/office/drawing/2014/main" id="{16E6F5BA-0C8B-5639-BF9B-0BBA19326CE3}"/>
                  </a:ext>
                </a:extLst>
              </p:cNvPr>
              <p:cNvSpPr/>
              <p:nvPr/>
            </p:nvSpPr>
            <p:spPr>
              <a:xfrm>
                <a:off x="3262784"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Rectángulo 102">
                <a:extLst>
                  <a:ext uri="{FF2B5EF4-FFF2-40B4-BE49-F238E27FC236}">
                    <a16:creationId xmlns:a16="http://schemas.microsoft.com/office/drawing/2014/main" id="{F9F12609-F710-3E95-0211-C8352BC1727B}"/>
                  </a:ext>
                </a:extLst>
              </p:cNvPr>
              <p:cNvSpPr/>
              <p:nvPr/>
            </p:nvSpPr>
            <p:spPr>
              <a:xfrm>
                <a:off x="4239946"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 name="Rectángulo 103">
                <a:extLst>
                  <a:ext uri="{FF2B5EF4-FFF2-40B4-BE49-F238E27FC236}">
                    <a16:creationId xmlns:a16="http://schemas.microsoft.com/office/drawing/2014/main" id="{715BE4AD-2134-3F16-B2E9-6BACBCDA80C3}"/>
                  </a:ext>
                </a:extLst>
              </p:cNvPr>
              <p:cNvSpPr/>
              <p:nvPr/>
            </p:nvSpPr>
            <p:spPr>
              <a:xfrm>
                <a:off x="5217108"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Rectángulo 104">
                <a:extLst>
                  <a:ext uri="{FF2B5EF4-FFF2-40B4-BE49-F238E27FC236}">
                    <a16:creationId xmlns:a16="http://schemas.microsoft.com/office/drawing/2014/main" id="{51B2268B-E2F1-FE59-F569-A27910AB1AEC}"/>
                  </a:ext>
                </a:extLst>
              </p:cNvPr>
              <p:cNvSpPr/>
              <p:nvPr/>
            </p:nvSpPr>
            <p:spPr>
              <a:xfrm>
                <a:off x="6194270"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ángulo 105">
                <a:extLst>
                  <a:ext uri="{FF2B5EF4-FFF2-40B4-BE49-F238E27FC236}">
                    <a16:creationId xmlns:a16="http://schemas.microsoft.com/office/drawing/2014/main" id="{DB1F8058-B5DC-EA76-BF39-789CDFBBDCB4}"/>
                  </a:ext>
                </a:extLst>
              </p:cNvPr>
              <p:cNvSpPr/>
              <p:nvPr/>
            </p:nvSpPr>
            <p:spPr>
              <a:xfrm>
                <a:off x="7181943" y="2392452"/>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 name="Rectángulo 106">
                <a:extLst>
                  <a:ext uri="{FF2B5EF4-FFF2-40B4-BE49-F238E27FC236}">
                    <a16:creationId xmlns:a16="http://schemas.microsoft.com/office/drawing/2014/main" id="{1AC6A17C-C057-79EA-574A-E2339A43EF78}"/>
                  </a:ext>
                </a:extLst>
              </p:cNvPr>
              <p:cNvSpPr/>
              <p:nvPr/>
            </p:nvSpPr>
            <p:spPr>
              <a:xfrm>
                <a:off x="2314821"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Rectángulo 107">
                <a:extLst>
                  <a:ext uri="{FF2B5EF4-FFF2-40B4-BE49-F238E27FC236}">
                    <a16:creationId xmlns:a16="http://schemas.microsoft.com/office/drawing/2014/main" id="{B261B3F1-8154-9091-F75F-F7455C316878}"/>
                  </a:ext>
                </a:extLst>
              </p:cNvPr>
              <p:cNvSpPr/>
              <p:nvPr/>
            </p:nvSpPr>
            <p:spPr>
              <a:xfrm>
                <a:off x="3262784"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 name="Rectángulo 108">
                <a:extLst>
                  <a:ext uri="{FF2B5EF4-FFF2-40B4-BE49-F238E27FC236}">
                    <a16:creationId xmlns:a16="http://schemas.microsoft.com/office/drawing/2014/main" id="{0543E4B1-1DD3-04D0-4B5F-CA4E93D25A95}"/>
                  </a:ext>
                </a:extLst>
              </p:cNvPr>
              <p:cNvSpPr/>
              <p:nvPr/>
            </p:nvSpPr>
            <p:spPr>
              <a:xfrm>
                <a:off x="4239946"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 name="Rectángulo 109">
                <a:extLst>
                  <a:ext uri="{FF2B5EF4-FFF2-40B4-BE49-F238E27FC236}">
                    <a16:creationId xmlns:a16="http://schemas.microsoft.com/office/drawing/2014/main" id="{E581E457-4DA0-6D8A-D160-9C1CE489C911}"/>
                  </a:ext>
                </a:extLst>
              </p:cNvPr>
              <p:cNvSpPr/>
              <p:nvPr/>
            </p:nvSpPr>
            <p:spPr>
              <a:xfrm>
                <a:off x="5217108"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 name="Rectángulo 110">
                <a:extLst>
                  <a:ext uri="{FF2B5EF4-FFF2-40B4-BE49-F238E27FC236}">
                    <a16:creationId xmlns:a16="http://schemas.microsoft.com/office/drawing/2014/main" id="{A19861DC-5AD0-8468-82FE-BB3C0E73B2B9}"/>
                  </a:ext>
                </a:extLst>
              </p:cNvPr>
              <p:cNvSpPr/>
              <p:nvPr/>
            </p:nvSpPr>
            <p:spPr>
              <a:xfrm>
                <a:off x="6194270"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Rectángulo 111">
                <a:extLst>
                  <a:ext uri="{FF2B5EF4-FFF2-40B4-BE49-F238E27FC236}">
                    <a16:creationId xmlns:a16="http://schemas.microsoft.com/office/drawing/2014/main" id="{8E820BB2-6465-D820-8493-AA8AEDF90699}"/>
                  </a:ext>
                </a:extLst>
              </p:cNvPr>
              <p:cNvSpPr/>
              <p:nvPr/>
            </p:nvSpPr>
            <p:spPr>
              <a:xfrm>
                <a:off x="7181943" y="3302497"/>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Rectángulo 112">
                <a:extLst>
                  <a:ext uri="{FF2B5EF4-FFF2-40B4-BE49-F238E27FC236}">
                    <a16:creationId xmlns:a16="http://schemas.microsoft.com/office/drawing/2014/main" id="{5458542A-9B5B-BE1B-F219-17C4B3C2ECD7}"/>
                  </a:ext>
                </a:extLst>
              </p:cNvPr>
              <p:cNvSpPr/>
              <p:nvPr/>
            </p:nvSpPr>
            <p:spPr>
              <a:xfrm>
                <a:off x="2314821"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 name="Rectángulo 113">
                <a:extLst>
                  <a:ext uri="{FF2B5EF4-FFF2-40B4-BE49-F238E27FC236}">
                    <a16:creationId xmlns:a16="http://schemas.microsoft.com/office/drawing/2014/main" id="{5957B191-B1E8-3D44-3CB5-9C20B51C2E3F}"/>
                  </a:ext>
                </a:extLst>
              </p:cNvPr>
              <p:cNvSpPr/>
              <p:nvPr/>
            </p:nvSpPr>
            <p:spPr>
              <a:xfrm>
                <a:off x="3262784"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 name="Rectángulo 114">
                <a:extLst>
                  <a:ext uri="{FF2B5EF4-FFF2-40B4-BE49-F238E27FC236}">
                    <a16:creationId xmlns:a16="http://schemas.microsoft.com/office/drawing/2014/main" id="{CA8E0176-8958-2396-9491-0EF4C2FA67FF}"/>
                  </a:ext>
                </a:extLst>
              </p:cNvPr>
              <p:cNvSpPr/>
              <p:nvPr/>
            </p:nvSpPr>
            <p:spPr>
              <a:xfrm>
                <a:off x="4239946"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 name="Rectángulo 115">
                <a:extLst>
                  <a:ext uri="{FF2B5EF4-FFF2-40B4-BE49-F238E27FC236}">
                    <a16:creationId xmlns:a16="http://schemas.microsoft.com/office/drawing/2014/main" id="{EB79888E-A8FA-AD5C-8C04-A401EFE03A01}"/>
                  </a:ext>
                </a:extLst>
              </p:cNvPr>
              <p:cNvSpPr/>
              <p:nvPr/>
            </p:nvSpPr>
            <p:spPr>
              <a:xfrm>
                <a:off x="5217108"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 name="Rectángulo 116">
                <a:extLst>
                  <a:ext uri="{FF2B5EF4-FFF2-40B4-BE49-F238E27FC236}">
                    <a16:creationId xmlns:a16="http://schemas.microsoft.com/office/drawing/2014/main" id="{C4CBE519-9D6E-ADFE-C3F6-016038D1D6A5}"/>
                  </a:ext>
                </a:extLst>
              </p:cNvPr>
              <p:cNvSpPr/>
              <p:nvPr/>
            </p:nvSpPr>
            <p:spPr>
              <a:xfrm>
                <a:off x="6194270"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 name="Rectángulo 117">
                <a:extLst>
                  <a:ext uri="{FF2B5EF4-FFF2-40B4-BE49-F238E27FC236}">
                    <a16:creationId xmlns:a16="http://schemas.microsoft.com/office/drawing/2014/main" id="{74482F39-B0F6-F6E4-E29B-04C980003719}"/>
                  </a:ext>
                </a:extLst>
              </p:cNvPr>
              <p:cNvSpPr/>
              <p:nvPr/>
            </p:nvSpPr>
            <p:spPr>
              <a:xfrm>
                <a:off x="7181943" y="4252221"/>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 name="Rectángulo 118">
                <a:extLst>
                  <a:ext uri="{FF2B5EF4-FFF2-40B4-BE49-F238E27FC236}">
                    <a16:creationId xmlns:a16="http://schemas.microsoft.com/office/drawing/2014/main" id="{C5E07D95-88A6-BC02-9ADF-3777A1315027}"/>
                  </a:ext>
                </a:extLst>
              </p:cNvPr>
              <p:cNvSpPr/>
              <p:nvPr/>
            </p:nvSpPr>
            <p:spPr>
              <a:xfrm>
                <a:off x="2314821"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 name="Rectángulo 119">
                <a:extLst>
                  <a:ext uri="{FF2B5EF4-FFF2-40B4-BE49-F238E27FC236}">
                    <a16:creationId xmlns:a16="http://schemas.microsoft.com/office/drawing/2014/main" id="{CB4D9D1A-B1E0-121B-81F7-B5480521A2C0}"/>
                  </a:ext>
                </a:extLst>
              </p:cNvPr>
              <p:cNvSpPr/>
              <p:nvPr/>
            </p:nvSpPr>
            <p:spPr>
              <a:xfrm>
                <a:off x="3262784"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Rectángulo 120">
                <a:extLst>
                  <a:ext uri="{FF2B5EF4-FFF2-40B4-BE49-F238E27FC236}">
                    <a16:creationId xmlns:a16="http://schemas.microsoft.com/office/drawing/2014/main" id="{AD9F644C-7ECF-421B-5479-C9B774CEF041}"/>
                  </a:ext>
                </a:extLst>
              </p:cNvPr>
              <p:cNvSpPr/>
              <p:nvPr/>
            </p:nvSpPr>
            <p:spPr>
              <a:xfrm>
                <a:off x="4239946"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Rectángulo 121">
                <a:extLst>
                  <a:ext uri="{FF2B5EF4-FFF2-40B4-BE49-F238E27FC236}">
                    <a16:creationId xmlns:a16="http://schemas.microsoft.com/office/drawing/2014/main" id="{40E02582-E5A2-76B4-7C18-0C7E52BD7BAB}"/>
                  </a:ext>
                </a:extLst>
              </p:cNvPr>
              <p:cNvSpPr/>
              <p:nvPr/>
            </p:nvSpPr>
            <p:spPr>
              <a:xfrm>
                <a:off x="5217108"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 name="Rectángulo 122">
                <a:extLst>
                  <a:ext uri="{FF2B5EF4-FFF2-40B4-BE49-F238E27FC236}">
                    <a16:creationId xmlns:a16="http://schemas.microsoft.com/office/drawing/2014/main" id="{07ABB129-CEFD-35E1-6200-B11D173461FE}"/>
                  </a:ext>
                </a:extLst>
              </p:cNvPr>
              <p:cNvSpPr/>
              <p:nvPr/>
            </p:nvSpPr>
            <p:spPr>
              <a:xfrm>
                <a:off x="6194270"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 name="Rectángulo 123">
                <a:extLst>
                  <a:ext uri="{FF2B5EF4-FFF2-40B4-BE49-F238E27FC236}">
                    <a16:creationId xmlns:a16="http://schemas.microsoft.com/office/drawing/2014/main" id="{F407475A-F32B-8F74-6A7F-8E4EAA43DA08}"/>
                  </a:ext>
                </a:extLst>
              </p:cNvPr>
              <p:cNvSpPr/>
              <p:nvPr/>
            </p:nvSpPr>
            <p:spPr>
              <a:xfrm>
                <a:off x="7181943" y="5162266"/>
                <a:ext cx="766354" cy="757645"/>
              </a:xfrm>
              <a:prstGeom prst="rect">
                <a:avLst/>
              </a:prstGeom>
              <a:solidFill>
                <a:srgbClr val="FFC000">
                  <a:alpha val="31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26" name="Imagen 125">
              <a:extLst>
                <a:ext uri="{FF2B5EF4-FFF2-40B4-BE49-F238E27FC236}">
                  <a16:creationId xmlns:a16="http://schemas.microsoft.com/office/drawing/2014/main" id="{8CDAEE73-CFDA-B71E-9124-93C41BB760B9}"/>
                </a:ext>
              </a:extLst>
            </p:cNvPr>
            <p:cNvPicPr>
              <a:picLocks noChangeAspect="1"/>
            </p:cNvPicPr>
            <p:nvPr/>
          </p:nvPicPr>
          <p:blipFill rotWithShape="1">
            <a:blip r:embed="rId6"/>
            <a:srcRect/>
            <a:stretch/>
          </p:blipFill>
          <p:spPr>
            <a:xfrm>
              <a:off x="8806364" y="2216564"/>
              <a:ext cx="1980195" cy="2044383"/>
            </a:xfrm>
            <a:prstGeom prst="rect">
              <a:avLst/>
            </a:prstGeom>
          </p:spPr>
        </p:pic>
        <p:sp>
          <p:nvSpPr>
            <p:cNvPr id="128" name="CuadroTexto 127">
              <a:extLst>
                <a:ext uri="{FF2B5EF4-FFF2-40B4-BE49-F238E27FC236}">
                  <a16:creationId xmlns:a16="http://schemas.microsoft.com/office/drawing/2014/main" id="{3B3AB2C8-9A25-406D-C049-3B64BD3B9C06}"/>
                </a:ext>
              </a:extLst>
            </p:cNvPr>
            <p:cNvSpPr txBox="1"/>
            <p:nvPr/>
          </p:nvSpPr>
          <p:spPr>
            <a:xfrm>
              <a:off x="8252260" y="1816454"/>
              <a:ext cx="3135407" cy="400110"/>
            </a:xfrm>
            <a:prstGeom prst="rect">
              <a:avLst/>
            </a:prstGeom>
            <a:noFill/>
          </p:spPr>
          <p:txBody>
            <a:bodyPr wrap="square">
              <a:spAutoFit/>
            </a:bodyPr>
            <a:lstStyle/>
            <a:p>
              <a:r>
                <a:rPr lang="en-US" sz="2000" b="1" dirty="0"/>
                <a:t>Rojo + Verde + Azul + </a:t>
              </a:r>
              <a:r>
                <a:rPr lang="en-US" sz="2000" b="1" dirty="0" err="1"/>
                <a:t>Sesgo</a:t>
              </a:r>
              <a:endParaRPr lang="en-US" sz="2000" b="1" dirty="0"/>
            </a:p>
          </p:txBody>
        </p:sp>
      </p:grpSp>
    </p:spTree>
    <p:extLst>
      <p:ext uri="{BB962C8B-B14F-4D97-AF65-F5344CB8AC3E}">
        <p14:creationId xmlns:p14="http://schemas.microsoft.com/office/powerpoint/2010/main" val="993777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Grupo 79">
            <a:extLst>
              <a:ext uri="{FF2B5EF4-FFF2-40B4-BE49-F238E27FC236}">
                <a16:creationId xmlns:a16="http://schemas.microsoft.com/office/drawing/2014/main" id="{C88BF360-EEF8-F3D2-0A2C-5867C9E2EF68}"/>
              </a:ext>
            </a:extLst>
          </p:cNvPr>
          <p:cNvGrpSpPr/>
          <p:nvPr/>
        </p:nvGrpSpPr>
        <p:grpSpPr>
          <a:xfrm>
            <a:off x="1424763" y="818707"/>
            <a:ext cx="8320820" cy="4598592"/>
            <a:chOff x="347133" y="152400"/>
            <a:chExt cx="7772850" cy="4190998"/>
          </a:xfrm>
        </p:grpSpPr>
        <p:pic>
          <p:nvPicPr>
            <p:cNvPr id="70" name="Imagen 69">
              <a:extLst>
                <a:ext uri="{FF2B5EF4-FFF2-40B4-BE49-F238E27FC236}">
                  <a16:creationId xmlns:a16="http://schemas.microsoft.com/office/drawing/2014/main" id="{4FFFF608-734A-D7D8-C5DA-B6BC383D8B22}"/>
                </a:ext>
              </a:extLst>
            </p:cNvPr>
            <p:cNvPicPr>
              <a:picLocks noChangeAspect="1"/>
            </p:cNvPicPr>
            <p:nvPr/>
          </p:nvPicPr>
          <p:blipFill>
            <a:blip r:embed="rId2"/>
            <a:stretch>
              <a:fillRect/>
            </a:stretch>
          </p:blipFill>
          <p:spPr>
            <a:xfrm>
              <a:off x="6767284" y="855131"/>
              <a:ext cx="1352699" cy="3488267"/>
            </a:xfrm>
            <a:prstGeom prst="rect">
              <a:avLst/>
            </a:prstGeom>
          </p:spPr>
        </p:pic>
        <p:pic>
          <p:nvPicPr>
            <p:cNvPr id="71" name="Imagen 70">
              <a:extLst>
                <a:ext uri="{FF2B5EF4-FFF2-40B4-BE49-F238E27FC236}">
                  <a16:creationId xmlns:a16="http://schemas.microsoft.com/office/drawing/2014/main" id="{262A142A-3FDC-24B9-68C9-5F6632BF4045}"/>
                </a:ext>
              </a:extLst>
            </p:cNvPr>
            <p:cNvPicPr>
              <a:picLocks noChangeAspect="1"/>
            </p:cNvPicPr>
            <p:nvPr/>
          </p:nvPicPr>
          <p:blipFill rotWithShape="1">
            <a:blip r:embed="rId3"/>
            <a:srcRect l="1467" t="14618" r="64044" b="14106"/>
            <a:stretch/>
          </p:blipFill>
          <p:spPr>
            <a:xfrm>
              <a:off x="347133" y="1600200"/>
              <a:ext cx="1913468" cy="2133600"/>
            </a:xfrm>
            <a:prstGeom prst="rect">
              <a:avLst/>
            </a:prstGeom>
          </p:spPr>
        </p:pic>
        <p:pic>
          <p:nvPicPr>
            <p:cNvPr id="72" name="Imagen 71">
              <a:extLst>
                <a:ext uri="{FF2B5EF4-FFF2-40B4-BE49-F238E27FC236}">
                  <a16:creationId xmlns:a16="http://schemas.microsoft.com/office/drawing/2014/main" id="{3CFE0A4A-5DA6-EDFA-C91A-8C2E519FFE46}"/>
                </a:ext>
              </a:extLst>
            </p:cNvPr>
            <p:cNvPicPr>
              <a:picLocks noChangeAspect="1"/>
            </p:cNvPicPr>
            <p:nvPr/>
          </p:nvPicPr>
          <p:blipFill rotWithShape="1">
            <a:blip r:embed="rId4"/>
            <a:srcRect l="13309" r="6064"/>
            <a:stretch/>
          </p:blipFill>
          <p:spPr>
            <a:xfrm>
              <a:off x="3852137" y="1220912"/>
              <a:ext cx="1355191" cy="2892175"/>
            </a:xfrm>
            <a:prstGeom prst="rect">
              <a:avLst/>
            </a:prstGeom>
          </p:spPr>
        </p:pic>
        <p:pic>
          <p:nvPicPr>
            <p:cNvPr id="74" name="Imagen 73">
              <a:extLst>
                <a:ext uri="{FF2B5EF4-FFF2-40B4-BE49-F238E27FC236}">
                  <a16:creationId xmlns:a16="http://schemas.microsoft.com/office/drawing/2014/main" id="{86130F9B-F29E-79F4-C179-C9B877F78C6F}"/>
                </a:ext>
              </a:extLst>
            </p:cNvPr>
            <p:cNvPicPr>
              <a:picLocks noChangeAspect="1"/>
            </p:cNvPicPr>
            <p:nvPr/>
          </p:nvPicPr>
          <p:blipFill>
            <a:blip r:embed="rId5"/>
            <a:stretch>
              <a:fillRect/>
            </a:stretch>
          </p:blipFill>
          <p:spPr>
            <a:xfrm>
              <a:off x="2321822" y="1220912"/>
              <a:ext cx="1469094" cy="2892175"/>
            </a:xfrm>
            <a:prstGeom prst="rect">
              <a:avLst/>
            </a:prstGeom>
          </p:spPr>
        </p:pic>
        <p:sp>
          <p:nvSpPr>
            <p:cNvPr id="76" name="CuadroTexto 75">
              <a:extLst>
                <a:ext uri="{FF2B5EF4-FFF2-40B4-BE49-F238E27FC236}">
                  <a16:creationId xmlns:a16="http://schemas.microsoft.com/office/drawing/2014/main" id="{8F296D86-07DE-2877-10A3-6F99064A5057}"/>
                </a:ext>
              </a:extLst>
            </p:cNvPr>
            <p:cNvSpPr txBox="1"/>
            <p:nvPr/>
          </p:nvSpPr>
          <p:spPr>
            <a:xfrm>
              <a:off x="5124750" y="1737268"/>
              <a:ext cx="1642534" cy="1200329"/>
            </a:xfrm>
            <a:prstGeom prst="rect">
              <a:avLst/>
            </a:prstGeom>
            <a:noFill/>
          </p:spPr>
          <p:txBody>
            <a:bodyPr wrap="square">
              <a:spAutoFit/>
            </a:bodyPr>
            <a:lstStyle/>
            <a:p>
              <a:pPr algn="ctr"/>
              <a:r>
                <a:rPr lang="en-US" dirty="0"/>
                <a:t>32</a:t>
              </a:r>
            </a:p>
            <a:p>
              <a:pPr algn="ctr"/>
              <a:r>
                <a:rPr lang="en-US" dirty="0"/>
                <a:t> </a:t>
              </a:r>
              <a:r>
                <a:rPr lang="es-CO" dirty="0"/>
                <a:t>núcleos</a:t>
              </a:r>
            </a:p>
            <a:p>
              <a:pPr algn="ctr"/>
              <a:r>
                <a:rPr lang="en-US" dirty="0"/>
                <a:t>96</a:t>
              </a:r>
            </a:p>
            <a:p>
              <a:pPr algn="ctr"/>
              <a:r>
                <a:rPr lang="en-US" dirty="0"/>
                <a:t> </a:t>
              </a:r>
              <a:r>
                <a:rPr lang="es-CO" dirty="0"/>
                <a:t>convoluciones</a:t>
              </a:r>
            </a:p>
          </p:txBody>
        </p:sp>
        <p:pic>
          <p:nvPicPr>
            <p:cNvPr id="77" name="Imagen 76">
              <a:extLst>
                <a:ext uri="{FF2B5EF4-FFF2-40B4-BE49-F238E27FC236}">
                  <a16:creationId xmlns:a16="http://schemas.microsoft.com/office/drawing/2014/main" id="{5DF6D1BD-0FC5-6CD5-A1C8-3708BBBA686A}"/>
                </a:ext>
              </a:extLst>
            </p:cNvPr>
            <p:cNvPicPr>
              <a:picLocks noChangeAspect="1"/>
            </p:cNvPicPr>
            <p:nvPr/>
          </p:nvPicPr>
          <p:blipFill rotWithShape="1">
            <a:blip r:embed="rId6"/>
            <a:srcRect l="5160" r="52218" b="90860"/>
            <a:stretch/>
          </p:blipFill>
          <p:spPr>
            <a:xfrm>
              <a:off x="2142066" y="786811"/>
              <a:ext cx="1845537" cy="343436"/>
            </a:xfrm>
            <a:prstGeom prst="rect">
              <a:avLst/>
            </a:prstGeom>
          </p:spPr>
        </p:pic>
        <p:pic>
          <p:nvPicPr>
            <p:cNvPr id="78" name="Imagen 77">
              <a:extLst>
                <a:ext uri="{FF2B5EF4-FFF2-40B4-BE49-F238E27FC236}">
                  <a16:creationId xmlns:a16="http://schemas.microsoft.com/office/drawing/2014/main" id="{5C71CFD0-CA7F-393F-146D-A230BEC8B404}"/>
                </a:ext>
              </a:extLst>
            </p:cNvPr>
            <p:cNvPicPr>
              <a:picLocks noChangeAspect="1"/>
            </p:cNvPicPr>
            <p:nvPr/>
          </p:nvPicPr>
          <p:blipFill rotWithShape="1">
            <a:blip r:embed="rId6"/>
            <a:srcRect l="60849" r="8973" b="83544"/>
            <a:stretch/>
          </p:blipFill>
          <p:spPr>
            <a:xfrm>
              <a:off x="3970669" y="550151"/>
              <a:ext cx="1261729" cy="597030"/>
            </a:xfrm>
            <a:prstGeom prst="rect">
              <a:avLst/>
            </a:prstGeom>
          </p:spPr>
        </p:pic>
        <p:pic>
          <p:nvPicPr>
            <p:cNvPr id="79" name="Imagen 78">
              <a:extLst>
                <a:ext uri="{FF2B5EF4-FFF2-40B4-BE49-F238E27FC236}">
                  <a16:creationId xmlns:a16="http://schemas.microsoft.com/office/drawing/2014/main" id="{D984E1C7-C43F-4FF3-02B0-9C89B7B4AAEA}"/>
                </a:ext>
              </a:extLst>
            </p:cNvPr>
            <p:cNvPicPr>
              <a:picLocks noChangeAspect="1"/>
            </p:cNvPicPr>
            <p:nvPr/>
          </p:nvPicPr>
          <p:blipFill rotWithShape="1">
            <a:blip r:embed="rId7"/>
            <a:srcRect l="4914" r="54298"/>
            <a:stretch/>
          </p:blipFill>
          <p:spPr>
            <a:xfrm>
              <a:off x="4308691" y="152400"/>
              <a:ext cx="512016" cy="519514"/>
            </a:xfrm>
            <a:prstGeom prst="rect">
              <a:avLst/>
            </a:prstGeom>
          </p:spPr>
        </p:pic>
      </p:grpSp>
    </p:spTree>
    <p:extLst>
      <p:ext uri="{BB962C8B-B14F-4D97-AF65-F5344CB8AC3E}">
        <p14:creationId xmlns:p14="http://schemas.microsoft.com/office/powerpoint/2010/main" val="3997111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87FF552E-AC8C-7506-8544-21F79BD11C30}"/>
              </a:ext>
            </a:extLst>
          </p:cNvPr>
          <p:cNvGrpSpPr/>
          <p:nvPr/>
        </p:nvGrpSpPr>
        <p:grpSpPr>
          <a:xfrm>
            <a:off x="123735" y="0"/>
            <a:ext cx="6648093" cy="3358373"/>
            <a:chOff x="1878107" y="854126"/>
            <a:chExt cx="6648093" cy="3358373"/>
          </a:xfrm>
        </p:grpSpPr>
        <p:sp>
          <p:nvSpPr>
            <p:cNvPr id="4" name="TextBox 38">
              <a:extLst>
                <a:ext uri="{FF2B5EF4-FFF2-40B4-BE49-F238E27FC236}">
                  <a16:creationId xmlns:a16="http://schemas.microsoft.com/office/drawing/2014/main" id="{3BB5D633-B409-B790-F92B-60DA3F6D4CD6}"/>
                </a:ext>
              </a:extLst>
            </p:cNvPr>
            <p:cNvSpPr txBox="1"/>
            <p:nvPr/>
          </p:nvSpPr>
          <p:spPr>
            <a:xfrm>
              <a:off x="2237392" y="854126"/>
              <a:ext cx="1792223" cy="769441"/>
            </a:xfrm>
            <a:prstGeom prst="rect">
              <a:avLst/>
            </a:prstGeom>
            <a:noFill/>
          </p:spPr>
          <p:txBody>
            <a:bodyPr wrap="square">
              <a:spAutoFit/>
            </a:bodyPr>
            <a:lstStyle/>
            <a:p>
              <a:pPr algn="ctr"/>
              <a:r>
                <a:rPr lang="en-US" sz="2200" b="1" dirty="0" err="1">
                  <a:solidFill>
                    <a:srgbClr val="141414"/>
                  </a:solidFill>
                  <a:latin typeface="Arial"/>
                </a:rPr>
                <a:t>Capa</a:t>
              </a:r>
              <a:r>
                <a:rPr lang="en-US" sz="2200" b="1" dirty="0">
                  <a:solidFill>
                    <a:srgbClr val="141414"/>
                  </a:solidFill>
                  <a:latin typeface="Arial"/>
                </a:rPr>
                <a:t> de </a:t>
              </a:r>
              <a:r>
                <a:rPr lang="es-CO" sz="2200" b="1" dirty="0">
                  <a:solidFill>
                    <a:srgbClr val="141414"/>
                  </a:solidFill>
                  <a:latin typeface="Arial"/>
                </a:rPr>
                <a:t>Agrupación</a:t>
              </a:r>
            </a:p>
          </p:txBody>
        </p:sp>
        <p:pic>
          <p:nvPicPr>
            <p:cNvPr id="6" name="Imagen 5">
              <a:extLst>
                <a:ext uri="{FF2B5EF4-FFF2-40B4-BE49-F238E27FC236}">
                  <a16:creationId xmlns:a16="http://schemas.microsoft.com/office/drawing/2014/main" id="{E90DF28F-8C7A-C200-0303-19F65DAD4756}"/>
                </a:ext>
              </a:extLst>
            </p:cNvPr>
            <p:cNvPicPr>
              <a:picLocks noChangeAspect="1"/>
            </p:cNvPicPr>
            <p:nvPr/>
          </p:nvPicPr>
          <p:blipFill>
            <a:blip r:embed="rId2"/>
            <a:stretch>
              <a:fillRect/>
            </a:stretch>
          </p:blipFill>
          <p:spPr>
            <a:xfrm>
              <a:off x="1878107" y="1623567"/>
              <a:ext cx="6542879" cy="2588932"/>
            </a:xfrm>
            <a:prstGeom prst="rect">
              <a:avLst/>
            </a:prstGeom>
          </p:spPr>
        </p:pic>
        <p:sp>
          <p:nvSpPr>
            <p:cNvPr id="3" name="CuadroTexto 2">
              <a:extLst>
                <a:ext uri="{FF2B5EF4-FFF2-40B4-BE49-F238E27FC236}">
                  <a16:creationId xmlns:a16="http://schemas.microsoft.com/office/drawing/2014/main" id="{29F4FFB5-A37D-D0F9-0568-F75D0E72AE19}"/>
                </a:ext>
              </a:extLst>
            </p:cNvPr>
            <p:cNvSpPr txBox="1"/>
            <p:nvPr/>
          </p:nvSpPr>
          <p:spPr>
            <a:xfrm>
              <a:off x="4345257" y="1388822"/>
              <a:ext cx="4180943" cy="707886"/>
            </a:xfrm>
            <a:prstGeom prst="rect">
              <a:avLst/>
            </a:prstGeom>
            <a:noFill/>
          </p:spPr>
          <p:txBody>
            <a:bodyPr wrap="square">
              <a:spAutoFit/>
            </a:bodyPr>
            <a:lstStyle/>
            <a:p>
              <a:pPr marL="342900" indent="-342900">
                <a:buFont typeface="Arial" panose="020B0604020202020204" pitchFamily="34" charset="0"/>
                <a:buChar char="•"/>
              </a:pPr>
              <a:r>
                <a:rPr lang="es-CO" sz="2000" dirty="0">
                  <a:latin typeface="Eco Sans Bold"/>
                </a:rPr>
                <a:t>Reduce tamaño imagen</a:t>
              </a:r>
            </a:p>
            <a:p>
              <a:pPr marL="342900" indent="-342900">
                <a:buFont typeface="Arial" panose="020B0604020202020204" pitchFamily="34" charset="0"/>
                <a:buChar char="•"/>
              </a:pPr>
              <a:r>
                <a:rPr lang="es-CO" sz="2000" dirty="0">
                  <a:latin typeface="Eco Sans Bold"/>
                </a:rPr>
                <a:t>Resalta características importantes</a:t>
              </a:r>
            </a:p>
          </p:txBody>
        </p:sp>
      </p:grpSp>
      <p:pic>
        <p:nvPicPr>
          <p:cNvPr id="9" name="Imagen 8">
            <a:extLst>
              <a:ext uri="{FF2B5EF4-FFF2-40B4-BE49-F238E27FC236}">
                <a16:creationId xmlns:a16="http://schemas.microsoft.com/office/drawing/2014/main" id="{F511AEFE-9B8F-FDCD-EB94-09757AA4F083}"/>
              </a:ext>
            </a:extLst>
          </p:cNvPr>
          <p:cNvPicPr>
            <a:picLocks noChangeAspect="1"/>
          </p:cNvPicPr>
          <p:nvPr/>
        </p:nvPicPr>
        <p:blipFill>
          <a:blip r:embed="rId3"/>
          <a:stretch>
            <a:fillRect/>
          </a:stretch>
        </p:blipFill>
        <p:spPr>
          <a:xfrm>
            <a:off x="123735" y="3923275"/>
            <a:ext cx="2588932" cy="2588932"/>
          </a:xfrm>
          <a:prstGeom prst="rect">
            <a:avLst/>
          </a:prstGeom>
        </p:spPr>
      </p:pic>
      <p:pic>
        <p:nvPicPr>
          <p:cNvPr id="10" name="Imagen 9">
            <a:extLst>
              <a:ext uri="{FF2B5EF4-FFF2-40B4-BE49-F238E27FC236}">
                <a16:creationId xmlns:a16="http://schemas.microsoft.com/office/drawing/2014/main" id="{A1DBB203-36FD-8E80-383D-5224C5BAC29A}"/>
              </a:ext>
            </a:extLst>
          </p:cNvPr>
          <p:cNvPicPr>
            <a:picLocks noChangeAspect="1"/>
          </p:cNvPicPr>
          <p:nvPr/>
        </p:nvPicPr>
        <p:blipFill rotWithShape="1">
          <a:blip r:embed="rId3"/>
          <a:srcRect r="47910" b="62297"/>
          <a:stretch/>
        </p:blipFill>
        <p:spPr>
          <a:xfrm>
            <a:off x="2870479" y="4346922"/>
            <a:ext cx="2406235" cy="1741637"/>
          </a:xfrm>
          <a:prstGeom prst="rect">
            <a:avLst/>
          </a:prstGeom>
        </p:spPr>
      </p:pic>
      <p:pic>
        <p:nvPicPr>
          <p:cNvPr id="12" name="Imagen 11">
            <a:extLst>
              <a:ext uri="{FF2B5EF4-FFF2-40B4-BE49-F238E27FC236}">
                <a16:creationId xmlns:a16="http://schemas.microsoft.com/office/drawing/2014/main" id="{06161E11-837E-93A1-633B-AE54FAB4447F}"/>
              </a:ext>
            </a:extLst>
          </p:cNvPr>
          <p:cNvPicPr>
            <a:picLocks noChangeAspect="1"/>
          </p:cNvPicPr>
          <p:nvPr/>
        </p:nvPicPr>
        <p:blipFill>
          <a:blip r:embed="rId4"/>
          <a:stretch>
            <a:fillRect/>
          </a:stretch>
        </p:blipFill>
        <p:spPr>
          <a:xfrm>
            <a:off x="5434526" y="4369845"/>
            <a:ext cx="2406234" cy="1741637"/>
          </a:xfrm>
          <a:prstGeom prst="rect">
            <a:avLst/>
          </a:prstGeom>
        </p:spPr>
      </p:pic>
      <p:pic>
        <p:nvPicPr>
          <p:cNvPr id="14" name="Imagen 13">
            <a:extLst>
              <a:ext uri="{FF2B5EF4-FFF2-40B4-BE49-F238E27FC236}">
                <a16:creationId xmlns:a16="http://schemas.microsoft.com/office/drawing/2014/main" id="{8369013A-10EE-72F8-64F8-C74EAE44F39C}"/>
              </a:ext>
            </a:extLst>
          </p:cNvPr>
          <p:cNvPicPr>
            <a:picLocks noChangeAspect="1"/>
          </p:cNvPicPr>
          <p:nvPr/>
        </p:nvPicPr>
        <p:blipFill>
          <a:blip r:embed="rId5"/>
          <a:stretch>
            <a:fillRect/>
          </a:stretch>
        </p:blipFill>
        <p:spPr>
          <a:xfrm>
            <a:off x="7944292" y="4433643"/>
            <a:ext cx="1639715" cy="1611498"/>
          </a:xfrm>
          <a:prstGeom prst="rect">
            <a:avLst/>
          </a:prstGeom>
        </p:spPr>
      </p:pic>
      <p:grpSp>
        <p:nvGrpSpPr>
          <p:cNvPr id="20" name="Grupo 19">
            <a:extLst>
              <a:ext uri="{FF2B5EF4-FFF2-40B4-BE49-F238E27FC236}">
                <a16:creationId xmlns:a16="http://schemas.microsoft.com/office/drawing/2014/main" id="{D55393DA-4844-7E01-2266-D0A4E9B20FE3}"/>
              </a:ext>
            </a:extLst>
          </p:cNvPr>
          <p:cNvGrpSpPr/>
          <p:nvPr/>
        </p:nvGrpSpPr>
        <p:grpSpPr>
          <a:xfrm>
            <a:off x="7935826" y="4452049"/>
            <a:ext cx="572387" cy="521129"/>
            <a:chOff x="10638279" y="2520307"/>
            <a:chExt cx="572387" cy="521129"/>
          </a:xfrm>
        </p:grpSpPr>
        <p:sp>
          <p:nvSpPr>
            <p:cNvPr id="15" name="Rectángulo 14">
              <a:extLst>
                <a:ext uri="{FF2B5EF4-FFF2-40B4-BE49-F238E27FC236}">
                  <a16:creationId xmlns:a16="http://schemas.microsoft.com/office/drawing/2014/main" id="{6E5A27FB-BFEF-5BB4-AF18-7ABAA356BD31}"/>
                </a:ext>
              </a:extLst>
            </p:cNvPr>
            <p:cNvSpPr/>
            <p:nvPr/>
          </p:nvSpPr>
          <p:spPr>
            <a:xfrm>
              <a:off x="10638279" y="2520307"/>
              <a:ext cx="572387" cy="521129"/>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Conector recto 16">
              <a:extLst>
                <a:ext uri="{FF2B5EF4-FFF2-40B4-BE49-F238E27FC236}">
                  <a16:creationId xmlns:a16="http://schemas.microsoft.com/office/drawing/2014/main" id="{4313D4D7-31B6-70A7-D9B6-C1982379918B}"/>
                </a:ext>
              </a:extLst>
            </p:cNvPr>
            <p:cNvCxnSpPr>
              <a:stCxn id="15" idx="0"/>
              <a:endCxn id="15" idx="2"/>
            </p:cNvCxnSpPr>
            <p:nvPr/>
          </p:nvCxnSpPr>
          <p:spPr>
            <a:xfrm>
              <a:off x="10924473" y="2520307"/>
              <a:ext cx="0" cy="52112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6D1E1140-9246-CB21-A084-0F9487C26ECC}"/>
                </a:ext>
              </a:extLst>
            </p:cNvPr>
            <p:cNvCxnSpPr>
              <a:stCxn id="15" idx="1"/>
              <a:endCxn id="15" idx="3"/>
            </p:cNvCxnSpPr>
            <p:nvPr/>
          </p:nvCxnSpPr>
          <p:spPr>
            <a:xfrm>
              <a:off x="10638279" y="2780872"/>
              <a:ext cx="572387"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33" name="Grupo 32">
            <a:extLst>
              <a:ext uri="{FF2B5EF4-FFF2-40B4-BE49-F238E27FC236}">
                <a16:creationId xmlns:a16="http://schemas.microsoft.com/office/drawing/2014/main" id="{6886FE0D-5E55-0AED-4C70-CBE7F6493579}"/>
              </a:ext>
            </a:extLst>
          </p:cNvPr>
          <p:cNvGrpSpPr/>
          <p:nvPr/>
        </p:nvGrpSpPr>
        <p:grpSpPr>
          <a:xfrm>
            <a:off x="10194973" y="4763789"/>
            <a:ext cx="858577" cy="788064"/>
            <a:chOff x="9765685" y="3783349"/>
            <a:chExt cx="858577" cy="788064"/>
          </a:xfrm>
        </p:grpSpPr>
        <p:grpSp>
          <p:nvGrpSpPr>
            <p:cNvPr id="21" name="Grupo 20">
              <a:extLst>
                <a:ext uri="{FF2B5EF4-FFF2-40B4-BE49-F238E27FC236}">
                  <a16:creationId xmlns:a16="http://schemas.microsoft.com/office/drawing/2014/main" id="{1D051626-9790-3943-2C08-96816DC606E4}"/>
                </a:ext>
              </a:extLst>
            </p:cNvPr>
            <p:cNvGrpSpPr/>
            <p:nvPr/>
          </p:nvGrpSpPr>
          <p:grpSpPr>
            <a:xfrm>
              <a:off x="9765685" y="3783350"/>
              <a:ext cx="858577" cy="781692"/>
              <a:chOff x="10638279" y="2520307"/>
              <a:chExt cx="858577" cy="781692"/>
            </a:xfrm>
          </p:grpSpPr>
          <p:sp>
            <p:nvSpPr>
              <p:cNvPr id="22" name="Rectángulo 21">
                <a:extLst>
                  <a:ext uri="{FF2B5EF4-FFF2-40B4-BE49-F238E27FC236}">
                    <a16:creationId xmlns:a16="http://schemas.microsoft.com/office/drawing/2014/main" id="{28AF7471-95A2-D550-EB2C-B2A04B4AA598}"/>
                  </a:ext>
                </a:extLst>
              </p:cNvPr>
              <p:cNvSpPr/>
              <p:nvPr/>
            </p:nvSpPr>
            <p:spPr>
              <a:xfrm>
                <a:off x="10638279" y="2520307"/>
                <a:ext cx="572387" cy="521129"/>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Conector recto 22">
                <a:extLst>
                  <a:ext uri="{FF2B5EF4-FFF2-40B4-BE49-F238E27FC236}">
                    <a16:creationId xmlns:a16="http://schemas.microsoft.com/office/drawing/2014/main" id="{5FE9294C-D3B3-6F33-ABB7-AA4F6CA2C4AB}"/>
                  </a:ext>
                </a:extLst>
              </p:cNvPr>
              <p:cNvCxnSpPr>
                <a:cxnSpLocks/>
                <a:stCxn id="22" idx="0"/>
              </p:cNvCxnSpPr>
              <p:nvPr/>
            </p:nvCxnSpPr>
            <p:spPr>
              <a:xfrm flipH="1">
                <a:off x="10924472" y="2520307"/>
                <a:ext cx="1" cy="78169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 name="Conector recto 23">
                <a:extLst>
                  <a:ext uri="{FF2B5EF4-FFF2-40B4-BE49-F238E27FC236}">
                    <a16:creationId xmlns:a16="http://schemas.microsoft.com/office/drawing/2014/main" id="{136440F0-0C3F-5258-430D-B31FAC36C60A}"/>
                  </a:ext>
                </a:extLst>
              </p:cNvPr>
              <p:cNvCxnSpPr>
                <a:cxnSpLocks/>
                <a:stCxn id="22" idx="1"/>
                <a:endCxn id="25" idx="3"/>
              </p:cNvCxnSpPr>
              <p:nvPr/>
            </p:nvCxnSpPr>
            <p:spPr>
              <a:xfrm flipV="1">
                <a:off x="10638279" y="2780871"/>
                <a:ext cx="858577"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25" name="Rectángulo 24">
              <a:extLst>
                <a:ext uri="{FF2B5EF4-FFF2-40B4-BE49-F238E27FC236}">
                  <a16:creationId xmlns:a16="http://schemas.microsoft.com/office/drawing/2014/main" id="{DA8D1BE0-2DDE-368C-F622-4FCAC31774BA}"/>
                </a:ext>
              </a:extLst>
            </p:cNvPr>
            <p:cNvSpPr/>
            <p:nvPr/>
          </p:nvSpPr>
          <p:spPr>
            <a:xfrm>
              <a:off x="10338068" y="3783349"/>
              <a:ext cx="286194" cy="521129"/>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ángulo 26">
              <a:extLst>
                <a:ext uri="{FF2B5EF4-FFF2-40B4-BE49-F238E27FC236}">
                  <a16:creationId xmlns:a16="http://schemas.microsoft.com/office/drawing/2014/main" id="{4BB74D19-6779-7560-E8D8-585FC933CA2D}"/>
                </a:ext>
              </a:extLst>
            </p:cNvPr>
            <p:cNvSpPr/>
            <p:nvPr/>
          </p:nvSpPr>
          <p:spPr>
            <a:xfrm>
              <a:off x="9766400" y="4304478"/>
              <a:ext cx="857862" cy="260564"/>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Conector recto 31">
              <a:extLst>
                <a:ext uri="{FF2B5EF4-FFF2-40B4-BE49-F238E27FC236}">
                  <a16:creationId xmlns:a16="http://schemas.microsoft.com/office/drawing/2014/main" id="{3F7E1881-C2B7-45D3-5CA0-CCFD9882DCE4}"/>
                </a:ext>
              </a:extLst>
            </p:cNvPr>
            <p:cNvCxnSpPr>
              <a:cxnSpLocks/>
            </p:cNvCxnSpPr>
            <p:nvPr/>
          </p:nvCxnSpPr>
          <p:spPr>
            <a:xfrm flipH="1">
              <a:off x="10337356" y="4283413"/>
              <a:ext cx="1" cy="2880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34" name="Grupo 33">
            <a:extLst>
              <a:ext uri="{FF2B5EF4-FFF2-40B4-BE49-F238E27FC236}">
                <a16:creationId xmlns:a16="http://schemas.microsoft.com/office/drawing/2014/main" id="{1E027325-E161-2175-6298-4D0838444769}"/>
              </a:ext>
            </a:extLst>
          </p:cNvPr>
          <p:cNvGrpSpPr/>
          <p:nvPr/>
        </p:nvGrpSpPr>
        <p:grpSpPr>
          <a:xfrm>
            <a:off x="8555135" y="4477449"/>
            <a:ext cx="456786" cy="475551"/>
            <a:chOff x="10638279" y="2520307"/>
            <a:chExt cx="572387" cy="521129"/>
          </a:xfrm>
        </p:grpSpPr>
        <p:sp>
          <p:nvSpPr>
            <p:cNvPr id="35" name="Rectángulo 34">
              <a:extLst>
                <a:ext uri="{FF2B5EF4-FFF2-40B4-BE49-F238E27FC236}">
                  <a16:creationId xmlns:a16="http://schemas.microsoft.com/office/drawing/2014/main" id="{659E660D-1C51-F5ED-E3E0-35CA2EE9A60E}"/>
                </a:ext>
              </a:extLst>
            </p:cNvPr>
            <p:cNvSpPr/>
            <p:nvPr/>
          </p:nvSpPr>
          <p:spPr>
            <a:xfrm>
              <a:off x="10638279" y="2520307"/>
              <a:ext cx="572387" cy="521129"/>
            </a:xfrm>
            <a:prstGeom prst="rect">
              <a:avLst/>
            </a:prstGeom>
            <a:noFill/>
            <a:ln w="25400">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ector recto 35">
              <a:extLst>
                <a:ext uri="{FF2B5EF4-FFF2-40B4-BE49-F238E27FC236}">
                  <a16:creationId xmlns:a16="http://schemas.microsoft.com/office/drawing/2014/main" id="{C7E18E8B-4B44-270D-1453-48DE05EC74F4}"/>
                </a:ext>
              </a:extLst>
            </p:cNvPr>
            <p:cNvCxnSpPr>
              <a:stCxn id="35" idx="0"/>
              <a:endCxn id="35" idx="2"/>
            </p:cNvCxnSpPr>
            <p:nvPr/>
          </p:nvCxnSpPr>
          <p:spPr>
            <a:xfrm>
              <a:off x="10924473" y="2520307"/>
              <a:ext cx="0" cy="521129"/>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cxnSp>
          <p:nvCxnSpPr>
            <p:cNvPr id="37" name="Conector recto 36">
              <a:extLst>
                <a:ext uri="{FF2B5EF4-FFF2-40B4-BE49-F238E27FC236}">
                  <a16:creationId xmlns:a16="http://schemas.microsoft.com/office/drawing/2014/main" id="{04A9BF7A-D536-EFAD-B280-8C6AF21E56CD}"/>
                </a:ext>
              </a:extLst>
            </p:cNvPr>
            <p:cNvCxnSpPr>
              <a:stCxn id="35" idx="1"/>
              <a:endCxn id="35" idx="3"/>
            </p:cNvCxnSpPr>
            <p:nvPr/>
          </p:nvCxnSpPr>
          <p:spPr>
            <a:xfrm>
              <a:off x="10638279" y="2780872"/>
              <a:ext cx="572387"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grpSp>
      <p:grpSp>
        <p:nvGrpSpPr>
          <p:cNvPr id="38" name="Grupo 37">
            <a:extLst>
              <a:ext uri="{FF2B5EF4-FFF2-40B4-BE49-F238E27FC236}">
                <a16:creationId xmlns:a16="http://schemas.microsoft.com/office/drawing/2014/main" id="{D796FD04-9739-9994-3366-7ACC0C31DBA9}"/>
              </a:ext>
            </a:extLst>
          </p:cNvPr>
          <p:cNvGrpSpPr/>
          <p:nvPr/>
        </p:nvGrpSpPr>
        <p:grpSpPr>
          <a:xfrm>
            <a:off x="9040283" y="4462209"/>
            <a:ext cx="543724" cy="521129"/>
            <a:chOff x="10638279" y="2520307"/>
            <a:chExt cx="572387" cy="521129"/>
          </a:xfrm>
        </p:grpSpPr>
        <p:sp>
          <p:nvSpPr>
            <p:cNvPr id="39" name="Rectángulo 38">
              <a:extLst>
                <a:ext uri="{FF2B5EF4-FFF2-40B4-BE49-F238E27FC236}">
                  <a16:creationId xmlns:a16="http://schemas.microsoft.com/office/drawing/2014/main" id="{5E8226C2-EAB9-3A3D-D99A-C530F9F37A70}"/>
                </a:ext>
              </a:extLst>
            </p:cNvPr>
            <p:cNvSpPr/>
            <p:nvPr/>
          </p:nvSpPr>
          <p:spPr>
            <a:xfrm>
              <a:off x="10638279" y="2520307"/>
              <a:ext cx="572387" cy="521129"/>
            </a:xfrm>
            <a:prstGeom prst="rect">
              <a:avLst/>
            </a:prstGeom>
            <a:noFill/>
            <a:ln w="254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 name="Conector recto 39">
              <a:extLst>
                <a:ext uri="{FF2B5EF4-FFF2-40B4-BE49-F238E27FC236}">
                  <a16:creationId xmlns:a16="http://schemas.microsoft.com/office/drawing/2014/main" id="{3F1719DD-A473-A54C-AC95-DBCBB21191AA}"/>
                </a:ext>
              </a:extLst>
            </p:cNvPr>
            <p:cNvCxnSpPr>
              <a:stCxn id="39" idx="0"/>
              <a:endCxn id="39" idx="2"/>
            </p:cNvCxnSpPr>
            <p:nvPr/>
          </p:nvCxnSpPr>
          <p:spPr>
            <a:xfrm>
              <a:off x="10924473" y="2520307"/>
              <a:ext cx="0" cy="521129"/>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41" name="Conector recto 40">
              <a:extLst>
                <a:ext uri="{FF2B5EF4-FFF2-40B4-BE49-F238E27FC236}">
                  <a16:creationId xmlns:a16="http://schemas.microsoft.com/office/drawing/2014/main" id="{1C6F0C31-2EC8-659C-C4FF-5703BE53D16C}"/>
                </a:ext>
              </a:extLst>
            </p:cNvPr>
            <p:cNvCxnSpPr>
              <a:stCxn id="39" idx="1"/>
              <a:endCxn id="39" idx="3"/>
            </p:cNvCxnSpPr>
            <p:nvPr/>
          </p:nvCxnSpPr>
          <p:spPr>
            <a:xfrm>
              <a:off x="10638279" y="2780872"/>
              <a:ext cx="572387" cy="0"/>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grpSp>
      <p:grpSp>
        <p:nvGrpSpPr>
          <p:cNvPr id="42" name="Grupo 41">
            <a:extLst>
              <a:ext uri="{FF2B5EF4-FFF2-40B4-BE49-F238E27FC236}">
                <a16:creationId xmlns:a16="http://schemas.microsoft.com/office/drawing/2014/main" id="{36239D82-17AD-64EB-6830-31FD8736AC35}"/>
              </a:ext>
            </a:extLst>
          </p:cNvPr>
          <p:cNvGrpSpPr/>
          <p:nvPr/>
        </p:nvGrpSpPr>
        <p:grpSpPr>
          <a:xfrm>
            <a:off x="7930001" y="4991584"/>
            <a:ext cx="572387" cy="521129"/>
            <a:chOff x="10638279" y="2520307"/>
            <a:chExt cx="572387" cy="521129"/>
          </a:xfrm>
        </p:grpSpPr>
        <p:sp>
          <p:nvSpPr>
            <p:cNvPr id="43" name="Rectángulo 42">
              <a:extLst>
                <a:ext uri="{FF2B5EF4-FFF2-40B4-BE49-F238E27FC236}">
                  <a16:creationId xmlns:a16="http://schemas.microsoft.com/office/drawing/2014/main" id="{A5CA2ABC-C203-D58A-682F-6CF07FCCB330}"/>
                </a:ext>
              </a:extLst>
            </p:cNvPr>
            <p:cNvSpPr/>
            <p:nvPr/>
          </p:nvSpPr>
          <p:spPr>
            <a:xfrm>
              <a:off x="10638279" y="2520307"/>
              <a:ext cx="572387" cy="521129"/>
            </a:xfrm>
            <a:prstGeom prst="rect">
              <a:avLst/>
            </a:prstGeom>
            <a:noFill/>
            <a:ln w="254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4" name="Conector recto 43">
              <a:extLst>
                <a:ext uri="{FF2B5EF4-FFF2-40B4-BE49-F238E27FC236}">
                  <a16:creationId xmlns:a16="http://schemas.microsoft.com/office/drawing/2014/main" id="{C09B2CEB-7553-D707-117C-0CAC926C5B2B}"/>
                </a:ext>
              </a:extLst>
            </p:cNvPr>
            <p:cNvCxnSpPr>
              <a:stCxn id="43" idx="0"/>
              <a:endCxn id="43" idx="2"/>
            </p:cNvCxnSpPr>
            <p:nvPr/>
          </p:nvCxnSpPr>
          <p:spPr>
            <a:xfrm>
              <a:off x="10924473" y="2520307"/>
              <a:ext cx="0" cy="521129"/>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Conector recto 44">
              <a:extLst>
                <a:ext uri="{FF2B5EF4-FFF2-40B4-BE49-F238E27FC236}">
                  <a16:creationId xmlns:a16="http://schemas.microsoft.com/office/drawing/2014/main" id="{09A20B55-DE92-67C2-5AC4-00E28CB9A0B7}"/>
                </a:ext>
              </a:extLst>
            </p:cNvPr>
            <p:cNvCxnSpPr>
              <a:stCxn id="43" idx="1"/>
              <a:endCxn id="43" idx="3"/>
            </p:cNvCxnSpPr>
            <p:nvPr/>
          </p:nvCxnSpPr>
          <p:spPr>
            <a:xfrm>
              <a:off x="10638279" y="2780872"/>
              <a:ext cx="572387" cy="0"/>
            </a:xfrm>
            <a:prstGeom prst="line">
              <a:avLst/>
            </a:prstGeom>
            <a:ln>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grpSp>
      <p:grpSp>
        <p:nvGrpSpPr>
          <p:cNvPr id="46" name="Grupo 45">
            <a:extLst>
              <a:ext uri="{FF2B5EF4-FFF2-40B4-BE49-F238E27FC236}">
                <a16:creationId xmlns:a16="http://schemas.microsoft.com/office/drawing/2014/main" id="{9EB1B130-B1D7-5E67-7F7A-7063DA1018E5}"/>
              </a:ext>
            </a:extLst>
          </p:cNvPr>
          <p:cNvGrpSpPr/>
          <p:nvPr/>
        </p:nvGrpSpPr>
        <p:grpSpPr>
          <a:xfrm>
            <a:off x="8549310" y="5016984"/>
            <a:ext cx="456786" cy="475551"/>
            <a:chOff x="10638279" y="2520307"/>
            <a:chExt cx="572387" cy="521129"/>
          </a:xfrm>
        </p:grpSpPr>
        <p:sp>
          <p:nvSpPr>
            <p:cNvPr id="47" name="Rectángulo 46">
              <a:extLst>
                <a:ext uri="{FF2B5EF4-FFF2-40B4-BE49-F238E27FC236}">
                  <a16:creationId xmlns:a16="http://schemas.microsoft.com/office/drawing/2014/main" id="{CE992EC3-DB41-2577-38EC-6F4F578D169E}"/>
                </a:ext>
              </a:extLst>
            </p:cNvPr>
            <p:cNvSpPr/>
            <p:nvPr/>
          </p:nvSpPr>
          <p:spPr>
            <a:xfrm>
              <a:off x="10638279" y="2520307"/>
              <a:ext cx="572387" cy="521129"/>
            </a:xfrm>
            <a:prstGeom prst="rect">
              <a:avLst/>
            </a:prstGeom>
            <a:noFill/>
            <a:ln w="254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8" name="Conector recto 47">
              <a:extLst>
                <a:ext uri="{FF2B5EF4-FFF2-40B4-BE49-F238E27FC236}">
                  <a16:creationId xmlns:a16="http://schemas.microsoft.com/office/drawing/2014/main" id="{5A482BE6-1F8E-B99A-7B3B-F678FFC0B9F2}"/>
                </a:ext>
              </a:extLst>
            </p:cNvPr>
            <p:cNvCxnSpPr>
              <a:stCxn id="47" idx="0"/>
              <a:endCxn id="47" idx="2"/>
            </p:cNvCxnSpPr>
            <p:nvPr/>
          </p:nvCxnSpPr>
          <p:spPr>
            <a:xfrm>
              <a:off x="10924473" y="2520307"/>
              <a:ext cx="0" cy="52112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49" name="Conector recto 48">
              <a:extLst>
                <a:ext uri="{FF2B5EF4-FFF2-40B4-BE49-F238E27FC236}">
                  <a16:creationId xmlns:a16="http://schemas.microsoft.com/office/drawing/2014/main" id="{EE0FEB83-F2B0-FB5E-7414-5145225BA8E8}"/>
                </a:ext>
              </a:extLst>
            </p:cNvPr>
            <p:cNvCxnSpPr>
              <a:stCxn id="47" idx="1"/>
              <a:endCxn id="47" idx="3"/>
            </p:cNvCxnSpPr>
            <p:nvPr/>
          </p:nvCxnSpPr>
          <p:spPr>
            <a:xfrm>
              <a:off x="10638279" y="2780872"/>
              <a:ext cx="572387"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grpSp>
      <p:grpSp>
        <p:nvGrpSpPr>
          <p:cNvPr id="50" name="Grupo 49">
            <a:extLst>
              <a:ext uri="{FF2B5EF4-FFF2-40B4-BE49-F238E27FC236}">
                <a16:creationId xmlns:a16="http://schemas.microsoft.com/office/drawing/2014/main" id="{1A1ECFDD-1F1B-C943-B3D2-D267F4CDB2B3}"/>
              </a:ext>
            </a:extLst>
          </p:cNvPr>
          <p:cNvGrpSpPr/>
          <p:nvPr/>
        </p:nvGrpSpPr>
        <p:grpSpPr>
          <a:xfrm>
            <a:off x="9034458" y="5001744"/>
            <a:ext cx="543724" cy="521129"/>
            <a:chOff x="10638279" y="2520307"/>
            <a:chExt cx="572387" cy="521129"/>
          </a:xfrm>
        </p:grpSpPr>
        <p:sp>
          <p:nvSpPr>
            <p:cNvPr id="51" name="Rectángulo 50">
              <a:extLst>
                <a:ext uri="{FF2B5EF4-FFF2-40B4-BE49-F238E27FC236}">
                  <a16:creationId xmlns:a16="http://schemas.microsoft.com/office/drawing/2014/main" id="{7FF6582C-6DB4-83A1-671E-A56D93303133}"/>
                </a:ext>
              </a:extLst>
            </p:cNvPr>
            <p:cNvSpPr/>
            <p:nvPr/>
          </p:nvSpPr>
          <p:spPr>
            <a:xfrm>
              <a:off x="10638279" y="2520307"/>
              <a:ext cx="572387" cy="521129"/>
            </a:xfrm>
            <a:prstGeom prst="rect">
              <a:avLst/>
            </a:prstGeom>
            <a:noFill/>
            <a:ln w="25400">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2" name="Conector recto 51">
              <a:extLst>
                <a:ext uri="{FF2B5EF4-FFF2-40B4-BE49-F238E27FC236}">
                  <a16:creationId xmlns:a16="http://schemas.microsoft.com/office/drawing/2014/main" id="{67B8D077-57C1-2334-A493-135A2DC51F37}"/>
                </a:ext>
              </a:extLst>
            </p:cNvPr>
            <p:cNvCxnSpPr>
              <a:stCxn id="51" idx="0"/>
              <a:endCxn id="51" idx="2"/>
            </p:cNvCxnSpPr>
            <p:nvPr/>
          </p:nvCxnSpPr>
          <p:spPr>
            <a:xfrm>
              <a:off x="10924473" y="2520307"/>
              <a:ext cx="0" cy="521129"/>
            </a:xfrm>
            <a:prstGeom prst="line">
              <a:avLst/>
            </a:prstGeom>
            <a:ln>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53" name="Conector recto 52">
              <a:extLst>
                <a:ext uri="{FF2B5EF4-FFF2-40B4-BE49-F238E27FC236}">
                  <a16:creationId xmlns:a16="http://schemas.microsoft.com/office/drawing/2014/main" id="{DDC89049-A716-C440-D3D0-3EAE27DDF99E}"/>
                </a:ext>
              </a:extLst>
            </p:cNvPr>
            <p:cNvCxnSpPr>
              <a:stCxn id="51" idx="1"/>
              <a:endCxn id="51" idx="3"/>
            </p:cNvCxnSpPr>
            <p:nvPr/>
          </p:nvCxnSpPr>
          <p:spPr>
            <a:xfrm>
              <a:off x="10638279" y="2780872"/>
              <a:ext cx="572387" cy="0"/>
            </a:xfrm>
            <a:prstGeom prst="line">
              <a:avLst/>
            </a:prstGeom>
            <a:ln>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grpSp>
      <p:grpSp>
        <p:nvGrpSpPr>
          <p:cNvPr id="54" name="Grupo 53">
            <a:extLst>
              <a:ext uri="{FF2B5EF4-FFF2-40B4-BE49-F238E27FC236}">
                <a16:creationId xmlns:a16="http://schemas.microsoft.com/office/drawing/2014/main" id="{14F3A5DE-EF6D-6D9A-373E-CD169EDA6A0D}"/>
              </a:ext>
            </a:extLst>
          </p:cNvPr>
          <p:cNvGrpSpPr/>
          <p:nvPr/>
        </p:nvGrpSpPr>
        <p:grpSpPr>
          <a:xfrm>
            <a:off x="7924561" y="5533188"/>
            <a:ext cx="572387" cy="521129"/>
            <a:chOff x="10638279" y="2520307"/>
            <a:chExt cx="572387" cy="521129"/>
          </a:xfrm>
        </p:grpSpPr>
        <p:sp>
          <p:nvSpPr>
            <p:cNvPr id="55" name="Rectángulo 54">
              <a:extLst>
                <a:ext uri="{FF2B5EF4-FFF2-40B4-BE49-F238E27FC236}">
                  <a16:creationId xmlns:a16="http://schemas.microsoft.com/office/drawing/2014/main" id="{3D0DD163-09AC-7187-91D4-66807B5068FE}"/>
                </a:ext>
              </a:extLst>
            </p:cNvPr>
            <p:cNvSpPr/>
            <p:nvPr/>
          </p:nvSpPr>
          <p:spPr>
            <a:xfrm>
              <a:off x="10638279" y="2520307"/>
              <a:ext cx="572387" cy="521129"/>
            </a:xfrm>
            <a:prstGeom prst="rect">
              <a:avLst/>
            </a:prstGeom>
            <a:noFill/>
            <a:ln w="25400">
              <a:solidFill>
                <a:srgbClr val="00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Conector recto 55">
              <a:extLst>
                <a:ext uri="{FF2B5EF4-FFF2-40B4-BE49-F238E27FC236}">
                  <a16:creationId xmlns:a16="http://schemas.microsoft.com/office/drawing/2014/main" id="{F4DE1908-336B-089B-FBB7-CB35C67A62E9}"/>
                </a:ext>
              </a:extLst>
            </p:cNvPr>
            <p:cNvCxnSpPr>
              <a:stCxn id="55" idx="0"/>
              <a:endCxn id="55" idx="2"/>
            </p:cNvCxnSpPr>
            <p:nvPr/>
          </p:nvCxnSpPr>
          <p:spPr>
            <a:xfrm>
              <a:off x="10924473" y="2520307"/>
              <a:ext cx="0" cy="521129"/>
            </a:xfrm>
            <a:prstGeom prst="line">
              <a:avLst/>
            </a:prstGeom>
            <a:ln>
              <a:solidFill>
                <a:srgbClr val="00FFFF"/>
              </a:solidFill>
            </a:ln>
          </p:spPr>
          <p:style>
            <a:lnRef idx="2">
              <a:schemeClr val="accent1"/>
            </a:lnRef>
            <a:fillRef idx="0">
              <a:schemeClr val="accent1"/>
            </a:fillRef>
            <a:effectRef idx="1">
              <a:schemeClr val="accent1"/>
            </a:effectRef>
            <a:fontRef idx="minor">
              <a:schemeClr val="tx1"/>
            </a:fontRef>
          </p:style>
        </p:cxnSp>
        <p:cxnSp>
          <p:nvCxnSpPr>
            <p:cNvPr id="57" name="Conector recto 56">
              <a:extLst>
                <a:ext uri="{FF2B5EF4-FFF2-40B4-BE49-F238E27FC236}">
                  <a16:creationId xmlns:a16="http://schemas.microsoft.com/office/drawing/2014/main" id="{93E02DC1-5E01-8D05-C7DC-CE266E3C9127}"/>
                </a:ext>
              </a:extLst>
            </p:cNvPr>
            <p:cNvCxnSpPr>
              <a:stCxn id="55" idx="1"/>
              <a:endCxn id="55" idx="3"/>
            </p:cNvCxnSpPr>
            <p:nvPr/>
          </p:nvCxnSpPr>
          <p:spPr>
            <a:xfrm>
              <a:off x="10638279" y="2780872"/>
              <a:ext cx="572387" cy="0"/>
            </a:xfrm>
            <a:prstGeom prst="line">
              <a:avLst/>
            </a:prstGeom>
            <a:ln>
              <a:solidFill>
                <a:srgbClr val="00FFFF"/>
              </a:solidFill>
            </a:ln>
          </p:spPr>
          <p:style>
            <a:lnRef idx="2">
              <a:schemeClr val="accent1"/>
            </a:lnRef>
            <a:fillRef idx="0">
              <a:schemeClr val="accent1"/>
            </a:fillRef>
            <a:effectRef idx="1">
              <a:schemeClr val="accent1"/>
            </a:effectRef>
            <a:fontRef idx="minor">
              <a:schemeClr val="tx1"/>
            </a:fontRef>
          </p:style>
        </p:cxnSp>
      </p:grpSp>
      <p:grpSp>
        <p:nvGrpSpPr>
          <p:cNvPr id="58" name="Grupo 57">
            <a:extLst>
              <a:ext uri="{FF2B5EF4-FFF2-40B4-BE49-F238E27FC236}">
                <a16:creationId xmlns:a16="http://schemas.microsoft.com/office/drawing/2014/main" id="{7174427D-384F-EC5D-A064-6C3E869D8D84}"/>
              </a:ext>
            </a:extLst>
          </p:cNvPr>
          <p:cNvGrpSpPr/>
          <p:nvPr/>
        </p:nvGrpSpPr>
        <p:grpSpPr>
          <a:xfrm>
            <a:off x="8543870" y="5558588"/>
            <a:ext cx="456786" cy="475551"/>
            <a:chOff x="10638279" y="2520307"/>
            <a:chExt cx="572387" cy="521129"/>
          </a:xfrm>
        </p:grpSpPr>
        <p:sp>
          <p:nvSpPr>
            <p:cNvPr id="59" name="Rectángulo 58">
              <a:extLst>
                <a:ext uri="{FF2B5EF4-FFF2-40B4-BE49-F238E27FC236}">
                  <a16:creationId xmlns:a16="http://schemas.microsoft.com/office/drawing/2014/main" id="{89444F33-07F2-85CE-0F82-17195F72CDC8}"/>
                </a:ext>
              </a:extLst>
            </p:cNvPr>
            <p:cNvSpPr/>
            <p:nvPr/>
          </p:nvSpPr>
          <p:spPr>
            <a:xfrm>
              <a:off x="10638279" y="2520307"/>
              <a:ext cx="572387" cy="521129"/>
            </a:xfrm>
            <a:prstGeom prst="rect">
              <a:avLst/>
            </a:prstGeom>
            <a:noFill/>
            <a:ln w="25400">
              <a:solidFill>
                <a:srgbClr val="FF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0" name="Conector recto 59">
              <a:extLst>
                <a:ext uri="{FF2B5EF4-FFF2-40B4-BE49-F238E27FC236}">
                  <a16:creationId xmlns:a16="http://schemas.microsoft.com/office/drawing/2014/main" id="{9AEF2B3C-07F6-5EA1-7FC3-C7CFD540D94F}"/>
                </a:ext>
              </a:extLst>
            </p:cNvPr>
            <p:cNvCxnSpPr>
              <a:stCxn id="59" idx="0"/>
              <a:endCxn id="59" idx="2"/>
            </p:cNvCxnSpPr>
            <p:nvPr/>
          </p:nvCxnSpPr>
          <p:spPr>
            <a:xfrm>
              <a:off x="10924473" y="2520307"/>
              <a:ext cx="0" cy="521129"/>
            </a:xfrm>
            <a:prstGeom prst="line">
              <a:avLst/>
            </a:prstGeom>
            <a:ln>
              <a:solidFill>
                <a:srgbClr val="FF00FF"/>
              </a:solidFill>
            </a:ln>
          </p:spPr>
          <p:style>
            <a:lnRef idx="2">
              <a:schemeClr val="accent1"/>
            </a:lnRef>
            <a:fillRef idx="0">
              <a:schemeClr val="accent1"/>
            </a:fillRef>
            <a:effectRef idx="1">
              <a:schemeClr val="accent1"/>
            </a:effectRef>
            <a:fontRef idx="minor">
              <a:schemeClr val="tx1"/>
            </a:fontRef>
          </p:style>
        </p:cxnSp>
        <p:cxnSp>
          <p:nvCxnSpPr>
            <p:cNvPr id="61" name="Conector recto 60">
              <a:extLst>
                <a:ext uri="{FF2B5EF4-FFF2-40B4-BE49-F238E27FC236}">
                  <a16:creationId xmlns:a16="http://schemas.microsoft.com/office/drawing/2014/main" id="{FB683F7A-B818-7F63-8E22-0D4E4B404CBA}"/>
                </a:ext>
              </a:extLst>
            </p:cNvPr>
            <p:cNvCxnSpPr>
              <a:stCxn id="59" idx="1"/>
              <a:endCxn id="59" idx="3"/>
            </p:cNvCxnSpPr>
            <p:nvPr/>
          </p:nvCxnSpPr>
          <p:spPr>
            <a:xfrm>
              <a:off x="10638279" y="2780872"/>
              <a:ext cx="572387" cy="0"/>
            </a:xfrm>
            <a:prstGeom prst="line">
              <a:avLst/>
            </a:prstGeom>
            <a:ln>
              <a:solidFill>
                <a:srgbClr val="FF00FF"/>
              </a:solidFill>
            </a:ln>
          </p:spPr>
          <p:style>
            <a:lnRef idx="2">
              <a:schemeClr val="accent1"/>
            </a:lnRef>
            <a:fillRef idx="0">
              <a:schemeClr val="accent1"/>
            </a:fillRef>
            <a:effectRef idx="1">
              <a:schemeClr val="accent1"/>
            </a:effectRef>
            <a:fontRef idx="minor">
              <a:schemeClr val="tx1"/>
            </a:fontRef>
          </p:style>
        </p:cxnSp>
      </p:grpSp>
      <p:grpSp>
        <p:nvGrpSpPr>
          <p:cNvPr id="62" name="Grupo 61">
            <a:extLst>
              <a:ext uri="{FF2B5EF4-FFF2-40B4-BE49-F238E27FC236}">
                <a16:creationId xmlns:a16="http://schemas.microsoft.com/office/drawing/2014/main" id="{66CEEB5A-AF30-1950-030D-F21AE811E551}"/>
              </a:ext>
            </a:extLst>
          </p:cNvPr>
          <p:cNvGrpSpPr/>
          <p:nvPr/>
        </p:nvGrpSpPr>
        <p:grpSpPr>
          <a:xfrm>
            <a:off x="9029018" y="5543348"/>
            <a:ext cx="543724" cy="521129"/>
            <a:chOff x="10638279" y="2520307"/>
            <a:chExt cx="572387" cy="521129"/>
          </a:xfrm>
        </p:grpSpPr>
        <p:sp>
          <p:nvSpPr>
            <p:cNvPr id="63" name="Rectángulo 62">
              <a:extLst>
                <a:ext uri="{FF2B5EF4-FFF2-40B4-BE49-F238E27FC236}">
                  <a16:creationId xmlns:a16="http://schemas.microsoft.com/office/drawing/2014/main" id="{FCD43064-0D6E-8B04-96C1-3CC4B55CF8C3}"/>
                </a:ext>
              </a:extLst>
            </p:cNvPr>
            <p:cNvSpPr/>
            <p:nvPr/>
          </p:nvSpPr>
          <p:spPr>
            <a:xfrm>
              <a:off x="10638279" y="2520307"/>
              <a:ext cx="572387" cy="521129"/>
            </a:xfrm>
            <a:prstGeom prst="rect">
              <a:avLst/>
            </a:prstGeom>
            <a:noFill/>
            <a:ln w="25400">
              <a:solidFill>
                <a:srgbClr val="33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4" name="Conector recto 63">
              <a:extLst>
                <a:ext uri="{FF2B5EF4-FFF2-40B4-BE49-F238E27FC236}">
                  <a16:creationId xmlns:a16="http://schemas.microsoft.com/office/drawing/2014/main" id="{092B4E71-08A1-C14E-7CE0-75E519E0D43B}"/>
                </a:ext>
              </a:extLst>
            </p:cNvPr>
            <p:cNvCxnSpPr>
              <a:stCxn id="63" idx="0"/>
              <a:endCxn id="63" idx="2"/>
            </p:cNvCxnSpPr>
            <p:nvPr/>
          </p:nvCxnSpPr>
          <p:spPr>
            <a:xfrm>
              <a:off x="10924473" y="2520307"/>
              <a:ext cx="0" cy="521129"/>
            </a:xfrm>
            <a:prstGeom prst="line">
              <a:avLst/>
            </a:prstGeom>
            <a:ln>
              <a:solidFill>
                <a:srgbClr val="33CCCC"/>
              </a:solidFill>
            </a:ln>
          </p:spPr>
          <p:style>
            <a:lnRef idx="2">
              <a:schemeClr val="accent1"/>
            </a:lnRef>
            <a:fillRef idx="0">
              <a:schemeClr val="accent1"/>
            </a:fillRef>
            <a:effectRef idx="1">
              <a:schemeClr val="accent1"/>
            </a:effectRef>
            <a:fontRef idx="minor">
              <a:schemeClr val="tx1"/>
            </a:fontRef>
          </p:style>
        </p:cxnSp>
        <p:cxnSp>
          <p:nvCxnSpPr>
            <p:cNvPr id="65" name="Conector recto 64">
              <a:extLst>
                <a:ext uri="{FF2B5EF4-FFF2-40B4-BE49-F238E27FC236}">
                  <a16:creationId xmlns:a16="http://schemas.microsoft.com/office/drawing/2014/main" id="{B841A969-7FDB-DCBC-AC93-2F2799557310}"/>
                </a:ext>
              </a:extLst>
            </p:cNvPr>
            <p:cNvCxnSpPr>
              <a:stCxn id="63" idx="1"/>
              <a:endCxn id="63" idx="3"/>
            </p:cNvCxnSpPr>
            <p:nvPr/>
          </p:nvCxnSpPr>
          <p:spPr>
            <a:xfrm>
              <a:off x="10638279" y="2780872"/>
              <a:ext cx="572387" cy="0"/>
            </a:xfrm>
            <a:prstGeom prst="line">
              <a:avLst/>
            </a:prstGeom>
            <a:ln>
              <a:solidFill>
                <a:srgbClr val="33CCCC"/>
              </a:solidFill>
            </a:ln>
          </p:spPr>
          <p:style>
            <a:lnRef idx="2">
              <a:schemeClr val="accent1"/>
            </a:lnRef>
            <a:fillRef idx="0">
              <a:schemeClr val="accent1"/>
            </a:fillRef>
            <a:effectRef idx="1">
              <a:schemeClr val="accent1"/>
            </a:effectRef>
            <a:fontRef idx="minor">
              <a:schemeClr val="tx1"/>
            </a:fontRef>
          </p:style>
        </p:cxnSp>
      </p:grpSp>
      <p:sp>
        <p:nvSpPr>
          <p:cNvPr id="66" name="CuadroTexto 65">
            <a:extLst>
              <a:ext uri="{FF2B5EF4-FFF2-40B4-BE49-F238E27FC236}">
                <a16:creationId xmlns:a16="http://schemas.microsoft.com/office/drawing/2014/main" id="{32085486-FD1B-F0F5-9FBA-0F157D95A69A}"/>
              </a:ext>
            </a:extLst>
          </p:cNvPr>
          <p:cNvSpPr txBox="1"/>
          <p:nvPr/>
        </p:nvSpPr>
        <p:spPr>
          <a:xfrm>
            <a:off x="10538460" y="4784856"/>
            <a:ext cx="187960" cy="184666"/>
          </a:xfrm>
          <a:prstGeom prst="rect">
            <a:avLst/>
          </a:prstGeom>
          <a:noFill/>
        </p:spPr>
        <p:txBody>
          <a:bodyPr wrap="square" lIns="0" tIns="0" rIns="0" bIns="0" rtlCol="0">
            <a:spAutoFit/>
          </a:bodyPr>
          <a:lstStyle/>
          <a:p>
            <a:r>
              <a:rPr lang="es-CO" sz="1200" dirty="0">
                <a:latin typeface="Eco Sans Bold"/>
              </a:rPr>
              <a:t>63</a:t>
            </a:r>
            <a:endParaRPr lang="en-US" sz="1200" dirty="0">
              <a:latin typeface="Eco Sans Bold"/>
            </a:endParaRPr>
          </a:p>
        </p:txBody>
      </p:sp>
      <p:sp>
        <p:nvSpPr>
          <p:cNvPr id="67" name="CuadroTexto 66">
            <a:extLst>
              <a:ext uri="{FF2B5EF4-FFF2-40B4-BE49-F238E27FC236}">
                <a16:creationId xmlns:a16="http://schemas.microsoft.com/office/drawing/2014/main" id="{112E8EDC-44E1-10D2-54E9-6312444FF7CC}"/>
              </a:ext>
            </a:extLst>
          </p:cNvPr>
          <p:cNvSpPr txBox="1"/>
          <p:nvPr/>
        </p:nvSpPr>
        <p:spPr>
          <a:xfrm>
            <a:off x="10264140" y="4785413"/>
            <a:ext cx="187960" cy="184666"/>
          </a:xfrm>
          <a:prstGeom prst="rect">
            <a:avLst/>
          </a:prstGeom>
          <a:noFill/>
        </p:spPr>
        <p:txBody>
          <a:bodyPr wrap="square" lIns="0" tIns="0" rIns="0" bIns="0" rtlCol="0">
            <a:spAutoFit/>
          </a:bodyPr>
          <a:lstStyle/>
          <a:p>
            <a:r>
              <a:rPr lang="es-CO" sz="1200" dirty="0">
                <a:latin typeface="Eco Sans Bold"/>
              </a:rPr>
              <a:t>64</a:t>
            </a:r>
            <a:endParaRPr lang="en-US" sz="1200" dirty="0">
              <a:latin typeface="Eco Sans Bold"/>
            </a:endParaRPr>
          </a:p>
        </p:txBody>
      </p:sp>
      <p:sp>
        <p:nvSpPr>
          <p:cNvPr id="68" name="CuadroTexto 67">
            <a:extLst>
              <a:ext uri="{FF2B5EF4-FFF2-40B4-BE49-F238E27FC236}">
                <a16:creationId xmlns:a16="http://schemas.microsoft.com/office/drawing/2014/main" id="{D9CD9404-73B5-60F6-CF86-98332D77453D}"/>
              </a:ext>
            </a:extLst>
          </p:cNvPr>
          <p:cNvSpPr txBox="1"/>
          <p:nvPr/>
        </p:nvSpPr>
        <p:spPr>
          <a:xfrm>
            <a:off x="10811038" y="4799593"/>
            <a:ext cx="286190" cy="184666"/>
          </a:xfrm>
          <a:prstGeom prst="rect">
            <a:avLst/>
          </a:prstGeom>
          <a:noFill/>
        </p:spPr>
        <p:txBody>
          <a:bodyPr wrap="square" lIns="0" tIns="0" rIns="0" bIns="0" rtlCol="0">
            <a:spAutoFit/>
          </a:bodyPr>
          <a:lstStyle/>
          <a:p>
            <a:r>
              <a:rPr lang="es-CO" sz="1200" dirty="0">
                <a:latin typeface="Eco Sans Bold"/>
              </a:rPr>
              <a:t>110</a:t>
            </a:r>
            <a:endParaRPr lang="en-US" sz="1200" dirty="0">
              <a:latin typeface="Eco Sans Bold"/>
            </a:endParaRPr>
          </a:p>
        </p:txBody>
      </p:sp>
      <p:sp>
        <p:nvSpPr>
          <p:cNvPr id="69" name="CuadroTexto 68">
            <a:extLst>
              <a:ext uri="{FF2B5EF4-FFF2-40B4-BE49-F238E27FC236}">
                <a16:creationId xmlns:a16="http://schemas.microsoft.com/office/drawing/2014/main" id="{BC2DE2CA-72CA-D3F1-2F65-7E2BD37FD76C}"/>
              </a:ext>
            </a:extLst>
          </p:cNvPr>
          <p:cNvSpPr txBox="1"/>
          <p:nvPr/>
        </p:nvSpPr>
        <p:spPr>
          <a:xfrm>
            <a:off x="10244448" y="5050600"/>
            <a:ext cx="187960" cy="184666"/>
          </a:xfrm>
          <a:prstGeom prst="rect">
            <a:avLst/>
          </a:prstGeom>
          <a:noFill/>
        </p:spPr>
        <p:txBody>
          <a:bodyPr wrap="square" lIns="0" tIns="0" rIns="0" bIns="0" rtlCol="0">
            <a:spAutoFit/>
          </a:bodyPr>
          <a:lstStyle/>
          <a:p>
            <a:r>
              <a:rPr lang="es-CO" sz="1200" dirty="0">
                <a:latin typeface="Eco Sans Bold"/>
              </a:rPr>
              <a:t>83</a:t>
            </a:r>
            <a:endParaRPr lang="en-US" sz="1200" dirty="0">
              <a:latin typeface="Eco Sans Bold"/>
            </a:endParaRPr>
          </a:p>
        </p:txBody>
      </p:sp>
      <p:sp>
        <p:nvSpPr>
          <p:cNvPr id="70" name="CuadroTexto 69">
            <a:extLst>
              <a:ext uri="{FF2B5EF4-FFF2-40B4-BE49-F238E27FC236}">
                <a16:creationId xmlns:a16="http://schemas.microsoft.com/office/drawing/2014/main" id="{1DC3A1BF-06B4-229D-D43E-C56BDA153C0D}"/>
              </a:ext>
            </a:extLst>
          </p:cNvPr>
          <p:cNvSpPr txBox="1"/>
          <p:nvPr/>
        </p:nvSpPr>
        <p:spPr>
          <a:xfrm>
            <a:off x="10520892" y="5049774"/>
            <a:ext cx="187960" cy="184666"/>
          </a:xfrm>
          <a:prstGeom prst="rect">
            <a:avLst/>
          </a:prstGeom>
          <a:noFill/>
        </p:spPr>
        <p:txBody>
          <a:bodyPr wrap="square" lIns="0" tIns="0" rIns="0" bIns="0" rtlCol="0">
            <a:spAutoFit/>
          </a:bodyPr>
          <a:lstStyle/>
          <a:p>
            <a:r>
              <a:rPr lang="es-CO" sz="1200" dirty="0">
                <a:latin typeface="Eco Sans Bold"/>
              </a:rPr>
              <a:t>66</a:t>
            </a:r>
            <a:endParaRPr lang="en-US" sz="1200" dirty="0">
              <a:latin typeface="Eco Sans Bold"/>
            </a:endParaRPr>
          </a:p>
        </p:txBody>
      </p:sp>
      <p:sp>
        <p:nvSpPr>
          <p:cNvPr id="71" name="CuadroTexto 70">
            <a:extLst>
              <a:ext uri="{FF2B5EF4-FFF2-40B4-BE49-F238E27FC236}">
                <a16:creationId xmlns:a16="http://schemas.microsoft.com/office/drawing/2014/main" id="{57BAB3D3-E6B8-FA44-CC99-A74E52F3BCD9}"/>
              </a:ext>
            </a:extLst>
          </p:cNvPr>
          <p:cNvSpPr txBox="1"/>
          <p:nvPr/>
        </p:nvSpPr>
        <p:spPr>
          <a:xfrm>
            <a:off x="10832070" y="5056640"/>
            <a:ext cx="187960" cy="184666"/>
          </a:xfrm>
          <a:prstGeom prst="rect">
            <a:avLst/>
          </a:prstGeom>
          <a:noFill/>
        </p:spPr>
        <p:txBody>
          <a:bodyPr wrap="square" lIns="0" tIns="0" rIns="0" bIns="0" rtlCol="0">
            <a:spAutoFit/>
          </a:bodyPr>
          <a:lstStyle/>
          <a:p>
            <a:r>
              <a:rPr lang="es-CO" sz="1200" dirty="0">
                <a:latin typeface="Eco Sans Bold"/>
              </a:rPr>
              <a:t>66</a:t>
            </a:r>
            <a:endParaRPr lang="en-US" sz="1200" dirty="0">
              <a:latin typeface="Eco Sans Bold"/>
            </a:endParaRPr>
          </a:p>
        </p:txBody>
      </p:sp>
      <p:sp>
        <p:nvSpPr>
          <p:cNvPr id="72" name="CuadroTexto 71">
            <a:extLst>
              <a:ext uri="{FF2B5EF4-FFF2-40B4-BE49-F238E27FC236}">
                <a16:creationId xmlns:a16="http://schemas.microsoft.com/office/drawing/2014/main" id="{609856DB-9C70-8001-3F05-32C8DD5BB630}"/>
              </a:ext>
            </a:extLst>
          </p:cNvPr>
          <p:cNvSpPr txBox="1"/>
          <p:nvPr/>
        </p:nvSpPr>
        <p:spPr>
          <a:xfrm>
            <a:off x="10240781" y="5335068"/>
            <a:ext cx="187960" cy="184666"/>
          </a:xfrm>
          <a:prstGeom prst="rect">
            <a:avLst/>
          </a:prstGeom>
          <a:noFill/>
        </p:spPr>
        <p:txBody>
          <a:bodyPr wrap="square" lIns="0" tIns="0" rIns="0" bIns="0" rtlCol="0">
            <a:spAutoFit/>
          </a:bodyPr>
          <a:lstStyle/>
          <a:p>
            <a:r>
              <a:rPr lang="es-CO" sz="1200" dirty="0">
                <a:latin typeface="Eco Sans Bold"/>
              </a:rPr>
              <a:t>92</a:t>
            </a:r>
            <a:endParaRPr lang="en-US" sz="1200" dirty="0">
              <a:latin typeface="Eco Sans Bold"/>
            </a:endParaRPr>
          </a:p>
        </p:txBody>
      </p:sp>
      <p:sp>
        <p:nvSpPr>
          <p:cNvPr id="73" name="CuadroTexto 72">
            <a:extLst>
              <a:ext uri="{FF2B5EF4-FFF2-40B4-BE49-F238E27FC236}">
                <a16:creationId xmlns:a16="http://schemas.microsoft.com/office/drawing/2014/main" id="{3A3DF8CB-B8FD-4F41-BB43-A8236C57D678}"/>
              </a:ext>
            </a:extLst>
          </p:cNvPr>
          <p:cNvSpPr txBox="1"/>
          <p:nvPr/>
        </p:nvSpPr>
        <p:spPr>
          <a:xfrm>
            <a:off x="10546080" y="5328047"/>
            <a:ext cx="187960" cy="184666"/>
          </a:xfrm>
          <a:prstGeom prst="rect">
            <a:avLst/>
          </a:prstGeom>
          <a:noFill/>
        </p:spPr>
        <p:txBody>
          <a:bodyPr wrap="square" lIns="0" tIns="0" rIns="0" bIns="0" rtlCol="0">
            <a:spAutoFit/>
          </a:bodyPr>
          <a:lstStyle/>
          <a:p>
            <a:r>
              <a:rPr lang="es-CO" sz="1200" dirty="0">
                <a:latin typeface="Eco Sans Bold"/>
              </a:rPr>
              <a:t>50</a:t>
            </a:r>
            <a:endParaRPr lang="en-US" sz="1200" dirty="0">
              <a:latin typeface="Eco Sans Bold"/>
            </a:endParaRPr>
          </a:p>
        </p:txBody>
      </p:sp>
      <p:sp>
        <p:nvSpPr>
          <p:cNvPr id="74" name="CuadroTexto 73">
            <a:extLst>
              <a:ext uri="{FF2B5EF4-FFF2-40B4-BE49-F238E27FC236}">
                <a16:creationId xmlns:a16="http://schemas.microsoft.com/office/drawing/2014/main" id="{802970D0-4FE2-8DEE-67CD-3C61E7D22973}"/>
              </a:ext>
            </a:extLst>
          </p:cNvPr>
          <p:cNvSpPr txBox="1"/>
          <p:nvPr/>
        </p:nvSpPr>
        <p:spPr>
          <a:xfrm>
            <a:off x="10841731" y="5319673"/>
            <a:ext cx="187960" cy="184666"/>
          </a:xfrm>
          <a:prstGeom prst="rect">
            <a:avLst/>
          </a:prstGeom>
          <a:noFill/>
        </p:spPr>
        <p:txBody>
          <a:bodyPr wrap="square" lIns="0" tIns="0" rIns="0" bIns="0" rtlCol="0">
            <a:spAutoFit/>
          </a:bodyPr>
          <a:lstStyle/>
          <a:p>
            <a:r>
              <a:rPr lang="es-CO" sz="1200" dirty="0">
                <a:latin typeface="Eco Sans Bold"/>
              </a:rPr>
              <a:t>55</a:t>
            </a:r>
            <a:endParaRPr lang="en-US" sz="1200" dirty="0">
              <a:latin typeface="Eco Sans Bold"/>
            </a:endParaRPr>
          </a:p>
        </p:txBody>
      </p:sp>
      <p:sp>
        <p:nvSpPr>
          <p:cNvPr id="75" name="CuadroTexto 74">
            <a:extLst>
              <a:ext uri="{FF2B5EF4-FFF2-40B4-BE49-F238E27FC236}">
                <a16:creationId xmlns:a16="http://schemas.microsoft.com/office/drawing/2014/main" id="{36BD3C0B-8384-E0B6-161C-00494FDD79DD}"/>
              </a:ext>
            </a:extLst>
          </p:cNvPr>
          <p:cNvSpPr txBox="1"/>
          <p:nvPr/>
        </p:nvSpPr>
        <p:spPr>
          <a:xfrm>
            <a:off x="9612369" y="4335590"/>
            <a:ext cx="1188720" cy="369332"/>
          </a:xfrm>
          <a:prstGeom prst="rect">
            <a:avLst/>
          </a:prstGeom>
          <a:noFill/>
        </p:spPr>
        <p:txBody>
          <a:bodyPr wrap="square" rtlCol="0">
            <a:spAutoFit/>
          </a:bodyPr>
          <a:lstStyle/>
          <a:p>
            <a:r>
              <a:rPr lang="es-CO" b="1" dirty="0">
                <a:latin typeface="Eco Sans Bold"/>
              </a:rPr>
              <a:t>Zancada 2</a:t>
            </a:r>
            <a:endParaRPr lang="en-US" b="1" dirty="0">
              <a:latin typeface="Eco Sans Bold"/>
            </a:endParaRPr>
          </a:p>
        </p:txBody>
      </p:sp>
    </p:spTree>
    <p:extLst>
      <p:ext uri="{BB962C8B-B14F-4D97-AF65-F5344CB8AC3E}">
        <p14:creationId xmlns:p14="http://schemas.microsoft.com/office/powerpoint/2010/main" val="2714286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8B68CFBE-4511-EB33-FEDB-5F88AFD44A78}"/>
              </a:ext>
            </a:extLst>
          </p:cNvPr>
          <p:cNvGrpSpPr/>
          <p:nvPr/>
        </p:nvGrpSpPr>
        <p:grpSpPr>
          <a:xfrm>
            <a:off x="467689" y="26042"/>
            <a:ext cx="6680769" cy="3476110"/>
            <a:chOff x="467689" y="26042"/>
            <a:chExt cx="6680769" cy="3476110"/>
          </a:xfrm>
        </p:grpSpPr>
        <p:grpSp>
          <p:nvGrpSpPr>
            <p:cNvPr id="13" name="Grupo 12">
              <a:extLst>
                <a:ext uri="{FF2B5EF4-FFF2-40B4-BE49-F238E27FC236}">
                  <a16:creationId xmlns:a16="http://schemas.microsoft.com/office/drawing/2014/main" id="{F09AD2F7-9EA7-77CC-2691-EF1975351DE5}"/>
                </a:ext>
              </a:extLst>
            </p:cNvPr>
            <p:cNvGrpSpPr/>
            <p:nvPr/>
          </p:nvGrpSpPr>
          <p:grpSpPr>
            <a:xfrm>
              <a:off x="467689" y="146304"/>
              <a:ext cx="6075655" cy="3355848"/>
              <a:chOff x="888312" y="0"/>
              <a:chExt cx="10093632" cy="6858000"/>
            </a:xfrm>
          </p:grpSpPr>
          <p:grpSp>
            <p:nvGrpSpPr>
              <p:cNvPr id="9" name="Grupo 8">
                <a:extLst>
                  <a:ext uri="{FF2B5EF4-FFF2-40B4-BE49-F238E27FC236}">
                    <a16:creationId xmlns:a16="http://schemas.microsoft.com/office/drawing/2014/main" id="{6EB95BEA-221D-3750-B076-34665667EACE}"/>
                  </a:ext>
                </a:extLst>
              </p:cNvPr>
              <p:cNvGrpSpPr/>
              <p:nvPr/>
            </p:nvGrpSpPr>
            <p:grpSpPr>
              <a:xfrm>
                <a:off x="1042416" y="2461638"/>
                <a:ext cx="9449562" cy="3869986"/>
                <a:chOff x="868680" y="1848990"/>
                <a:chExt cx="9449562" cy="3869986"/>
              </a:xfrm>
            </p:grpSpPr>
            <p:pic>
              <p:nvPicPr>
                <p:cNvPr id="3" name="Imagen 2">
                  <a:extLst>
                    <a:ext uri="{FF2B5EF4-FFF2-40B4-BE49-F238E27FC236}">
                      <a16:creationId xmlns:a16="http://schemas.microsoft.com/office/drawing/2014/main" id="{B11FECA1-7A0A-0067-FC22-BC342B6E95D0}"/>
                    </a:ext>
                  </a:extLst>
                </p:cNvPr>
                <p:cNvPicPr>
                  <a:picLocks noChangeAspect="1"/>
                </p:cNvPicPr>
                <p:nvPr/>
              </p:nvPicPr>
              <p:blipFill>
                <a:blip r:embed="rId2"/>
                <a:stretch>
                  <a:fillRect/>
                </a:stretch>
              </p:blipFill>
              <p:spPr>
                <a:xfrm>
                  <a:off x="868680" y="1848990"/>
                  <a:ext cx="9299448" cy="3869986"/>
                </a:xfrm>
                <a:prstGeom prst="rect">
                  <a:avLst/>
                </a:prstGeom>
              </p:spPr>
            </p:pic>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8B704625-2EB0-72D5-5BA6-1E756CDF8A15}"/>
                        </a:ext>
                      </a:extLst>
                    </p:cNvPr>
                    <p:cNvSpPr txBox="1"/>
                    <p:nvPr/>
                  </p:nvSpPr>
                  <p:spPr>
                    <a:xfrm>
                      <a:off x="4631436" y="2011680"/>
                      <a:ext cx="745236"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CO" sz="3200" b="1" i="1" smtClean="0">
                                <a:solidFill>
                                  <a:srgbClr val="17B750"/>
                                </a:solidFill>
                                <a:latin typeface="Cambria Math" panose="02040503050406030204" pitchFamily="18" charset="0"/>
                                <a:ea typeface="Cambria Math" panose="02040503050406030204" pitchFamily="18" charset="0"/>
                              </a:rPr>
                              <m:t>×</m:t>
                            </m:r>
                            <m:r>
                              <a:rPr lang="es-CO" sz="3200" b="1" i="1" smtClean="0">
                                <a:solidFill>
                                  <a:srgbClr val="17B750"/>
                                </a:solidFill>
                                <a:latin typeface="Cambria Math" panose="02040503050406030204" pitchFamily="18" charset="0"/>
                                <a:ea typeface="Cambria Math" panose="02040503050406030204" pitchFamily="18" charset="0"/>
                              </a:rPr>
                              <m:t>𝟏</m:t>
                            </m:r>
                          </m:oMath>
                        </m:oMathPara>
                      </a14:m>
                      <a:endParaRPr lang="es-CO" sz="3200" b="1" dirty="0">
                        <a:solidFill>
                          <a:srgbClr val="17B750"/>
                        </a:solidFill>
                        <a:latin typeface="Eco Sans Bold"/>
                      </a:endParaRPr>
                    </a:p>
                  </p:txBody>
                </p:sp>
              </mc:Choice>
              <mc:Fallback xmlns="">
                <p:sp>
                  <p:nvSpPr>
                    <p:cNvPr id="4" name="CuadroTexto 3">
                      <a:extLst>
                        <a:ext uri="{FF2B5EF4-FFF2-40B4-BE49-F238E27FC236}">
                          <a16:creationId xmlns:a16="http://schemas.microsoft.com/office/drawing/2014/main" id="{8B704625-2EB0-72D5-5BA6-1E756CDF8A15}"/>
                        </a:ext>
                      </a:extLst>
                    </p:cNvPr>
                    <p:cNvSpPr txBox="1">
                      <a:spLocks noRot="1" noChangeAspect="1" noMove="1" noResize="1" noEditPoints="1" noAdjustHandles="1" noChangeArrowheads="1" noChangeShapeType="1" noTextEdit="1"/>
                    </p:cNvSpPr>
                    <p:nvPr/>
                  </p:nvSpPr>
                  <p:spPr>
                    <a:xfrm>
                      <a:off x="4631436" y="2011680"/>
                      <a:ext cx="745236" cy="584775"/>
                    </a:xfrm>
                    <a:prstGeom prst="rect">
                      <a:avLst/>
                    </a:prstGeom>
                    <a:blipFill>
                      <a:blip r:embed="rId3"/>
                      <a:stretch>
                        <a:fillRect r="-54054" b="-5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334B7FC8-80BC-2938-2FE2-AF6FCDBADC38}"/>
                        </a:ext>
                      </a:extLst>
                    </p:cNvPr>
                    <p:cNvSpPr txBox="1"/>
                    <p:nvPr/>
                  </p:nvSpPr>
                  <p:spPr>
                    <a:xfrm>
                      <a:off x="6557772" y="3453384"/>
                      <a:ext cx="745236"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CO" sz="3200" b="1" i="1" smtClean="0">
                                <a:solidFill>
                                  <a:srgbClr val="17B750"/>
                                </a:solidFill>
                                <a:latin typeface="Cambria Math" panose="02040503050406030204" pitchFamily="18" charset="0"/>
                                <a:ea typeface="Cambria Math" panose="02040503050406030204" pitchFamily="18" charset="0"/>
                              </a:rPr>
                              <m:t>×</m:t>
                            </m:r>
                            <m:r>
                              <a:rPr lang="es-CO" sz="3200" b="1" i="1" smtClean="0">
                                <a:solidFill>
                                  <a:srgbClr val="17B750"/>
                                </a:solidFill>
                                <a:latin typeface="Cambria Math" panose="02040503050406030204" pitchFamily="18" charset="0"/>
                                <a:ea typeface="Cambria Math" panose="02040503050406030204" pitchFamily="18" charset="0"/>
                              </a:rPr>
                              <m:t>𝟐</m:t>
                            </m:r>
                          </m:oMath>
                        </m:oMathPara>
                      </a14:m>
                      <a:endParaRPr lang="es-CO" sz="3200" b="1" dirty="0">
                        <a:solidFill>
                          <a:srgbClr val="17B750"/>
                        </a:solidFill>
                        <a:latin typeface="Eco Sans Bold"/>
                      </a:endParaRPr>
                    </a:p>
                  </p:txBody>
                </p:sp>
              </mc:Choice>
              <mc:Fallback xmlns="">
                <p:sp>
                  <p:nvSpPr>
                    <p:cNvPr id="5" name="CuadroTexto 4">
                      <a:extLst>
                        <a:ext uri="{FF2B5EF4-FFF2-40B4-BE49-F238E27FC236}">
                          <a16:creationId xmlns:a16="http://schemas.microsoft.com/office/drawing/2014/main" id="{334B7FC8-80BC-2938-2FE2-AF6FCDBADC38}"/>
                        </a:ext>
                      </a:extLst>
                    </p:cNvPr>
                    <p:cNvSpPr txBox="1">
                      <a:spLocks noRot="1" noChangeAspect="1" noMove="1" noResize="1" noEditPoints="1" noAdjustHandles="1" noChangeArrowheads="1" noChangeShapeType="1" noTextEdit="1"/>
                    </p:cNvSpPr>
                    <p:nvPr/>
                  </p:nvSpPr>
                  <p:spPr>
                    <a:xfrm>
                      <a:off x="6557772" y="3453384"/>
                      <a:ext cx="745236" cy="584775"/>
                    </a:xfrm>
                    <a:prstGeom prst="rect">
                      <a:avLst/>
                    </a:prstGeom>
                    <a:blipFill>
                      <a:blip r:embed="rId4"/>
                      <a:stretch>
                        <a:fillRect r="-53425" b="-5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26066B6-4AE0-2525-AA7A-1EBFE5A50D23}"/>
                        </a:ext>
                      </a:extLst>
                    </p:cNvPr>
                    <p:cNvSpPr txBox="1"/>
                    <p:nvPr/>
                  </p:nvSpPr>
                  <p:spPr>
                    <a:xfrm>
                      <a:off x="7825740" y="3605784"/>
                      <a:ext cx="745236"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CO" sz="3200" b="1" i="1" smtClean="0">
                                <a:solidFill>
                                  <a:srgbClr val="17B750"/>
                                </a:solidFill>
                                <a:latin typeface="Cambria Math" panose="02040503050406030204" pitchFamily="18" charset="0"/>
                                <a:ea typeface="Cambria Math" panose="02040503050406030204" pitchFamily="18" charset="0"/>
                              </a:rPr>
                              <m:t>×</m:t>
                            </m:r>
                            <m:r>
                              <a:rPr lang="es-CO" sz="3200" b="1" i="1" smtClean="0">
                                <a:solidFill>
                                  <a:srgbClr val="17B750"/>
                                </a:solidFill>
                                <a:latin typeface="Cambria Math" panose="02040503050406030204" pitchFamily="18" charset="0"/>
                                <a:ea typeface="Cambria Math" panose="02040503050406030204" pitchFamily="18" charset="0"/>
                              </a:rPr>
                              <m:t>𝟒</m:t>
                            </m:r>
                          </m:oMath>
                        </m:oMathPara>
                      </a14:m>
                      <a:endParaRPr lang="es-CO" sz="3200" b="1" dirty="0">
                        <a:solidFill>
                          <a:srgbClr val="17B750"/>
                        </a:solidFill>
                        <a:latin typeface="Eco Sans Bold"/>
                      </a:endParaRPr>
                    </a:p>
                  </p:txBody>
                </p:sp>
              </mc:Choice>
              <mc:Fallback xmlns="">
                <p:sp>
                  <p:nvSpPr>
                    <p:cNvPr id="6" name="CuadroTexto 5">
                      <a:extLst>
                        <a:ext uri="{FF2B5EF4-FFF2-40B4-BE49-F238E27FC236}">
                          <a16:creationId xmlns:a16="http://schemas.microsoft.com/office/drawing/2014/main" id="{726066B6-4AE0-2525-AA7A-1EBFE5A50D23}"/>
                        </a:ext>
                      </a:extLst>
                    </p:cNvPr>
                    <p:cNvSpPr txBox="1">
                      <a:spLocks noRot="1" noChangeAspect="1" noMove="1" noResize="1" noEditPoints="1" noAdjustHandles="1" noChangeArrowheads="1" noChangeShapeType="1" noTextEdit="1"/>
                    </p:cNvSpPr>
                    <p:nvPr/>
                  </p:nvSpPr>
                  <p:spPr>
                    <a:xfrm>
                      <a:off x="7825740" y="3605784"/>
                      <a:ext cx="745236" cy="584775"/>
                    </a:xfrm>
                    <a:prstGeom prst="rect">
                      <a:avLst/>
                    </a:prstGeom>
                    <a:blipFill>
                      <a:blip r:embed="rId5"/>
                      <a:stretch>
                        <a:fillRect r="-57534" b="-5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75D86B58-3064-D9E2-A0C5-E71465F3C13A}"/>
                        </a:ext>
                      </a:extLst>
                    </p:cNvPr>
                    <p:cNvSpPr txBox="1"/>
                    <p:nvPr/>
                  </p:nvSpPr>
                  <p:spPr>
                    <a:xfrm>
                      <a:off x="8721090" y="3892075"/>
                      <a:ext cx="745236"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CO" sz="3200" b="1" i="1" smtClean="0">
                                <a:solidFill>
                                  <a:srgbClr val="17B750"/>
                                </a:solidFill>
                                <a:latin typeface="Cambria Math" panose="02040503050406030204" pitchFamily="18" charset="0"/>
                                <a:ea typeface="Cambria Math" panose="02040503050406030204" pitchFamily="18" charset="0"/>
                              </a:rPr>
                              <m:t>×</m:t>
                            </m:r>
                            <m:r>
                              <a:rPr lang="es-CO" sz="3200" b="1" i="1" smtClean="0">
                                <a:solidFill>
                                  <a:srgbClr val="17B750"/>
                                </a:solidFill>
                                <a:latin typeface="Cambria Math" panose="02040503050406030204" pitchFamily="18" charset="0"/>
                                <a:ea typeface="Cambria Math" panose="02040503050406030204" pitchFamily="18" charset="0"/>
                              </a:rPr>
                              <m:t>𝟖</m:t>
                            </m:r>
                          </m:oMath>
                        </m:oMathPara>
                      </a14:m>
                      <a:endParaRPr lang="es-CO" sz="3200" b="1" dirty="0">
                        <a:solidFill>
                          <a:srgbClr val="17B750"/>
                        </a:solidFill>
                        <a:latin typeface="Eco Sans Bold"/>
                      </a:endParaRPr>
                    </a:p>
                  </p:txBody>
                </p:sp>
              </mc:Choice>
              <mc:Fallback xmlns="">
                <p:sp>
                  <p:nvSpPr>
                    <p:cNvPr id="7" name="CuadroTexto 6">
                      <a:extLst>
                        <a:ext uri="{FF2B5EF4-FFF2-40B4-BE49-F238E27FC236}">
                          <a16:creationId xmlns:a16="http://schemas.microsoft.com/office/drawing/2014/main" id="{75D86B58-3064-D9E2-A0C5-E71465F3C13A}"/>
                        </a:ext>
                      </a:extLst>
                    </p:cNvPr>
                    <p:cNvSpPr txBox="1">
                      <a:spLocks noRot="1" noChangeAspect="1" noMove="1" noResize="1" noEditPoints="1" noAdjustHandles="1" noChangeArrowheads="1" noChangeShapeType="1" noTextEdit="1"/>
                    </p:cNvSpPr>
                    <p:nvPr/>
                  </p:nvSpPr>
                  <p:spPr>
                    <a:xfrm>
                      <a:off x="8721090" y="3892075"/>
                      <a:ext cx="745236" cy="584775"/>
                    </a:xfrm>
                    <a:prstGeom prst="rect">
                      <a:avLst/>
                    </a:prstGeom>
                    <a:blipFill>
                      <a:blip r:embed="rId6"/>
                      <a:stretch>
                        <a:fillRect r="-55405" b="-5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6BA90264-6167-D473-3892-21065C83D8DA}"/>
                        </a:ext>
                      </a:extLst>
                    </p:cNvPr>
                    <p:cNvSpPr txBox="1"/>
                    <p:nvPr/>
                  </p:nvSpPr>
                  <p:spPr>
                    <a:xfrm>
                      <a:off x="9573006" y="4310025"/>
                      <a:ext cx="74523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CO" sz="2400" b="1" i="1" smtClean="0">
                                <a:solidFill>
                                  <a:srgbClr val="17B750"/>
                                </a:solidFill>
                                <a:latin typeface="Cambria Math" panose="02040503050406030204" pitchFamily="18" charset="0"/>
                                <a:ea typeface="Cambria Math" panose="02040503050406030204" pitchFamily="18" charset="0"/>
                              </a:rPr>
                              <m:t>×</m:t>
                            </m:r>
                            <m:r>
                              <a:rPr lang="es-CO" sz="2400" b="1" i="1" smtClean="0">
                                <a:solidFill>
                                  <a:srgbClr val="17B750"/>
                                </a:solidFill>
                                <a:latin typeface="Cambria Math" panose="02040503050406030204" pitchFamily="18" charset="0"/>
                                <a:ea typeface="Cambria Math" panose="02040503050406030204" pitchFamily="18" charset="0"/>
                              </a:rPr>
                              <m:t>𝟏𝟔</m:t>
                            </m:r>
                          </m:oMath>
                        </m:oMathPara>
                      </a14:m>
                      <a:endParaRPr lang="es-CO" sz="2400" b="1" dirty="0">
                        <a:solidFill>
                          <a:srgbClr val="17B750"/>
                        </a:solidFill>
                        <a:latin typeface="Eco Sans Bold"/>
                      </a:endParaRPr>
                    </a:p>
                  </p:txBody>
                </p:sp>
              </mc:Choice>
              <mc:Fallback xmlns="">
                <p:sp>
                  <p:nvSpPr>
                    <p:cNvPr id="8" name="CuadroTexto 7">
                      <a:extLst>
                        <a:ext uri="{FF2B5EF4-FFF2-40B4-BE49-F238E27FC236}">
                          <a16:creationId xmlns:a16="http://schemas.microsoft.com/office/drawing/2014/main" id="{6BA90264-6167-D473-3892-21065C83D8DA}"/>
                        </a:ext>
                      </a:extLst>
                    </p:cNvPr>
                    <p:cNvSpPr txBox="1">
                      <a:spLocks noRot="1" noChangeAspect="1" noMove="1" noResize="1" noEditPoints="1" noAdjustHandles="1" noChangeArrowheads="1" noChangeShapeType="1" noTextEdit="1"/>
                    </p:cNvSpPr>
                    <p:nvPr/>
                  </p:nvSpPr>
                  <p:spPr>
                    <a:xfrm>
                      <a:off x="9573006" y="4310025"/>
                      <a:ext cx="745236" cy="461665"/>
                    </a:xfrm>
                    <a:prstGeom prst="rect">
                      <a:avLst/>
                    </a:prstGeom>
                    <a:blipFill>
                      <a:blip r:embed="rId7"/>
                      <a:stretch>
                        <a:fillRect r="-89189" b="-94595"/>
                      </a:stretch>
                    </a:blipFill>
                  </p:spPr>
                  <p:txBody>
                    <a:bodyPr/>
                    <a:lstStyle/>
                    <a:p>
                      <a:r>
                        <a:rPr lang="en-US">
                          <a:noFill/>
                        </a:rPr>
                        <a:t> </a:t>
                      </a:r>
                    </a:p>
                  </p:txBody>
                </p:sp>
              </mc:Fallback>
            </mc:AlternateContent>
          </p:grpSp>
          <p:pic>
            <p:nvPicPr>
              <p:cNvPr id="11" name="Imagen 10">
                <a:extLst>
                  <a:ext uri="{FF2B5EF4-FFF2-40B4-BE49-F238E27FC236}">
                    <a16:creationId xmlns:a16="http://schemas.microsoft.com/office/drawing/2014/main" id="{097A2BBC-4A94-C6CD-F6A6-5C88CAC9268A}"/>
                  </a:ext>
                </a:extLst>
              </p:cNvPr>
              <p:cNvPicPr>
                <a:picLocks noChangeAspect="1"/>
              </p:cNvPicPr>
              <p:nvPr/>
            </p:nvPicPr>
            <p:blipFill rotWithShape="1">
              <a:blip r:embed="rId8"/>
              <a:srcRect r="12326"/>
              <a:stretch/>
            </p:blipFill>
            <p:spPr>
              <a:xfrm>
                <a:off x="888312" y="0"/>
                <a:ext cx="10093632" cy="6858000"/>
              </a:xfrm>
              <a:prstGeom prst="rect">
                <a:avLst/>
              </a:prstGeom>
            </p:spPr>
          </p:pic>
          <p:sp>
            <p:nvSpPr>
              <p:cNvPr id="12" name="Rectángulo 11">
                <a:extLst>
                  <a:ext uri="{FF2B5EF4-FFF2-40B4-BE49-F238E27FC236}">
                    <a16:creationId xmlns:a16="http://schemas.microsoft.com/office/drawing/2014/main" id="{3DE2D0F8-5CB8-F330-0D5D-7E617C99077E}"/>
                  </a:ext>
                </a:extLst>
              </p:cNvPr>
              <p:cNvSpPr/>
              <p:nvPr/>
            </p:nvSpPr>
            <p:spPr>
              <a:xfrm>
                <a:off x="5692140" y="356616"/>
                <a:ext cx="5289804" cy="1453896"/>
              </a:xfrm>
              <a:prstGeom prst="rect">
                <a:avLst/>
              </a:prstGeom>
              <a:solidFill>
                <a:schemeClr val="bg1"/>
              </a:solidFill>
              <a:ln>
                <a:noFill/>
              </a:ln>
              <a:effectLst>
                <a:outerShdw blurRad="40000" dist="23000" dir="5400000"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pic>
          <p:nvPicPr>
            <p:cNvPr id="14" name="Imagen 13">
              <a:extLst>
                <a:ext uri="{FF2B5EF4-FFF2-40B4-BE49-F238E27FC236}">
                  <a16:creationId xmlns:a16="http://schemas.microsoft.com/office/drawing/2014/main" id="{AE43AE28-9D73-FDE0-8D9E-5C44697541FD}"/>
                </a:ext>
              </a:extLst>
            </p:cNvPr>
            <p:cNvPicPr>
              <a:picLocks noChangeAspect="1"/>
            </p:cNvPicPr>
            <p:nvPr/>
          </p:nvPicPr>
          <p:blipFill rotWithShape="1">
            <a:blip r:embed="rId9"/>
            <a:srcRect l="60849" r="8973" b="83544"/>
            <a:stretch/>
          </p:blipFill>
          <p:spPr>
            <a:xfrm>
              <a:off x="3352833" y="431671"/>
              <a:ext cx="1159518" cy="562379"/>
            </a:xfrm>
            <a:prstGeom prst="rect">
              <a:avLst/>
            </a:prstGeom>
          </p:spPr>
        </p:pic>
        <p:pic>
          <p:nvPicPr>
            <p:cNvPr id="15" name="Imagen 14">
              <a:extLst>
                <a:ext uri="{FF2B5EF4-FFF2-40B4-BE49-F238E27FC236}">
                  <a16:creationId xmlns:a16="http://schemas.microsoft.com/office/drawing/2014/main" id="{6137FA4D-C49D-EDAA-6FEB-BA4E43877D3C}"/>
                </a:ext>
              </a:extLst>
            </p:cNvPr>
            <p:cNvPicPr>
              <a:picLocks noChangeAspect="1"/>
            </p:cNvPicPr>
            <p:nvPr/>
          </p:nvPicPr>
          <p:blipFill rotWithShape="1">
            <a:blip r:embed="rId10"/>
            <a:srcRect l="4914" r="54298"/>
            <a:stretch/>
          </p:blipFill>
          <p:spPr>
            <a:xfrm>
              <a:off x="3740992" y="26042"/>
              <a:ext cx="416579" cy="433244"/>
            </a:xfrm>
            <a:prstGeom prst="rect">
              <a:avLst/>
            </a:prstGeom>
          </p:spPr>
        </p:pic>
        <p:sp>
          <p:nvSpPr>
            <p:cNvPr id="16" name="TextBox 38">
              <a:extLst>
                <a:ext uri="{FF2B5EF4-FFF2-40B4-BE49-F238E27FC236}">
                  <a16:creationId xmlns:a16="http://schemas.microsoft.com/office/drawing/2014/main" id="{68E83CFC-08EE-3B1B-7302-4F76039231E9}"/>
                </a:ext>
              </a:extLst>
            </p:cNvPr>
            <p:cNvSpPr txBox="1"/>
            <p:nvPr/>
          </p:nvSpPr>
          <p:spPr>
            <a:xfrm>
              <a:off x="5316465" y="548840"/>
              <a:ext cx="1415327" cy="461665"/>
            </a:xfrm>
            <a:prstGeom prst="rect">
              <a:avLst/>
            </a:prstGeom>
            <a:noFill/>
          </p:spPr>
          <p:txBody>
            <a:bodyPr wrap="square">
              <a:spAutoFit/>
            </a:bodyPr>
            <a:lstStyle/>
            <a:p>
              <a:pPr algn="ctr"/>
              <a:r>
                <a:rPr lang="en-US" sz="1200" b="1" dirty="0" err="1">
                  <a:solidFill>
                    <a:srgbClr val="141414"/>
                  </a:solidFill>
                  <a:latin typeface="Arial"/>
                </a:rPr>
                <a:t>Capa</a:t>
              </a:r>
              <a:r>
                <a:rPr lang="en-US" sz="1200" b="1" dirty="0">
                  <a:solidFill>
                    <a:srgbClr val="141414"/>
                  </a:solidFill>
                  <a:latin typeface="Arial"/>
                </a:rPr>
                <a:t> de </a:t>
              </a:r>
              <a:r>
                <a:rPr sz="1200" b="1" dirty="0" err="1">
                  <a:solidFill>
                    <a:srgbClr val="141414"/>
                  </a:solidFill>
                  <a:latin typeface="Arial"/>
                </a:rPr>
                <a:t>Agrupación</a:t>
              </a:r>
              <a:endParaRPr sz="1200" b="1" dirty="0">
                <a:solidFill>
                  <a:srgbClr val="141414"/>
                </a:solidFill>
                <a:latin typeface="Arial"/>
              </a:endParaRPr>
            </a:p>
          </p:txBody>
        </p:sp>
        <p:pic>
          <p:nvPicPr>
            <p:cNvPr id="18" name="Imagen 17">
              <a:extLst>
                <a:ext uri="{FF2B5EF4-FFF2-40B4-BE49-F238E27FC236}">
                  <a16:creationId xmlns:a16="http://schemas.microsoft.com/office/drawing/2014/main" id="{F95EAC4E-ADAF-6D2C-53CF-F3963904417A}"/>
                </a:ext>
              </a:extLst>
            </p:cNvPr>
            <p:cNvPicPr>
              <a:picLocks noChangeAspect="1"/>
            </p:cNvPicPr>
            <p:nvPr/>
          </p:nvPicPr>
          <p:blipFill rotWithShape="1">
            <a:blip r:embed="rId11"/>
            <a:srcRect l="13536" t="12097" r="31053" b="13903"/>
            <a:stretch/>
          </p:blipFill>
          <p:spPr>
            <a:xfrm>
              <a:off x="6567526" y="1349565"/>
              <a:ext cx="580932" cy="1572768"/>
            </a:xfrm>
            <a:prstGeom prst="rect">
              <a:avLst/>
            </a:prstGeom>
          </p:spPr>
        </p:pic>
      </p:grpSp>
      <p:pic>
        <p:nvPicPr>
          <p:cNvPr id="21" name="Imagen 20">
            <a:extLst>
              <a:ext uri="{FF2B5EF4-FFF2-40B4-BE49-F238E27FC236}">
                <a16:creationId xmlns:a16="http://schemas.microsoft.com/office/drawing/2014/main" id="{97A18989-5B22-B31A-271B-83BEF91FD64E}"/>
              </a:ext>
            </a:extLst>
          </p:cNvPr>
          <p:cNvPicPr>
            <a:picLocks noChangeAspect="1"/>
          </p:cNvPicPr>
          <p:nvPr/>
        </p:nvPicPr>
        <p:blipFill>
          <a:blip r:embed="rId12"/>
          <a:stretch>
            <a:fillRect/>
          </a:stretch>
        </p:blipFill>
        <p:spPr>
          <a:xfrm>
            <a:off x="4681595" y="4019558"/>
            <a:ext cx="7318248" cy="2744343"/>
          </a:xfrm>
          <a:prstGeom prst="rect">
            <a:avLst/>
          </a:prstGeom>
        </p:spPr>
      </p:pic>
      <p:pic>
        <p:nvPicPr>
          <p:cNvPr id="22" name="Imagen 21">
            <a:extLst>
              <a:ext uri="{FF2B5EF4-FFF2-40B4-BE49-F238E27FC236}">
                <a16:creationId xmlns:a16="http://schemas.microsoft.com/office/drawing/2014/main" id="{1019A8F7-EC3A-5D51-5BFC-2B905A454EB7}"/>
              </a:ext>
            </a:extLst>
          </p:cNvPr>
          <p:cNvPicPr>
            <a:picLocks noChangeAspect="1"/>
          </p:cNvPicPr>
          <p:nvPr/>
        </p:nvPicPr>
        <p:blipFill rotWithShape="1">
          <a:blip r:embed="rId10"/>
          <a:srcRect l="4914" r="54298"/>
          <a:stretch/>
        </p:blipFill>
        <p:spPr>
          <a:xfrm>
            <a:off x="5108175" y="3513304"/>
            <a:ext cx="416579" cy="433244"/>
          </a:xfrm>
          <a:prstGeom prst="rect">
            <a:avLst/>
          </a:prstGeom>
        </p:spPr>
      </p:pic>
      <p:pic>
        <p:nvPicPr>
          <p:cNvPr id="23" name="Imagen 22">
            <a:extLst>
              <a:ext uri="{FF2B5EF4-FFF2-40B4-BE49-F238E27FC236}">
                <a16:creationId xmlns:a16="http://schemas.microsoft.com/office/drawing/2014/main" id="{2849DC9C-B496-FBC2-ADAE-49E7D418EC90}"/>
              </a:ext>
            </a:extLst>
          </p:cNvPr>
          <p:cNvPicPr>
            <a:picLocks noChangeAspect="1"/>
          </p:cNvPicPr>
          <p:nvPr/>
        </p:nvPicPr>
        <p:blipFill rotWithShape="1">
          <a:blip r:embed="rId10"/>
          <a:srcRect l="55407" r="5195"/>
          <a:stretch/>
        </p:blipFill>
        <p:spPr>
          <a:xfrm>
            <a:off x="6318554" y="3513304"/>
            <a:ext cx="444558" cy="466964"/>
          </a:xfrm>
          <a:prstGeom prst="rect">
            <a:avLst/>
          </a:prstGeom>
        </p:spPr>
      </p:pic>
      <p:pic>
        <p:nvPicPr>
          <p:cNvPr id="24" name="Imagen 23">
            <a:extLst>
              <a:ext uri="{FF2B5EF4-FFF2-40B4-BE49-F238E27FC236}">
                <a16:creationId xmlns:a16="http://schemas.microsoft.com/office/drawing/2014/main" id="{715CF1A5-7199-D3E7-41E5-D970E471C245}"/>
              </a:ext>
            </a:extLst>
          </p:cNvPr>
          <p:cNvPicPr>
            <a:picLocks noChangeAspect="1"/>
          </p:cNvPicPr>
          <p:nvPr/>
        </p:nvPicPr>
        <p:blipFill rotWithShape="1">
          <a:blip r:embed="rId10"/>
          <a:srcRect l="4914" r="54298"/>
          <a:stretch/>
        </p:blipFill>
        <p:spPr>
          <a:xfrm>
            <a:off x="7556912" y="3513304"/>
            <a:ext cx="416579" cy="433244"/>
          </a:xfrm>
          <a:prstGeom prst="rect">
            <a:avLst/>
          </a:prstGeom>
        </p:spPr>
      </p:pic>
      <p:pic>
        <p:nvPicPr>
          <p:cNvPr id="25" name="Imagen 24">
            <a:extLst>
              <a:ext uri="{FF2B5EF4-FFF2-40B4-BE49-F238E27FC236}">
                <a16:creationId xmlns:a16="http://schemas.microsoft.com/office/drawing/2014/main" id="{3FF33BDD-B6C3-CF27-AB60-38B016562F9A}"/>
              </a:ext>
            </a:extLst>
          </p:cNvPr>
          <p:cNvPicPr>
            <a:picLocks noChangeAspect="1"/>
          </p:cNvPicPr>
          <p:nvPr/>
        </p:nvPicPr>
        <p:blipFill rotWithShape="1">
          <a:blip r:embed="rId10"/>
          <a:srcRect l="55407" r="5195"/>
          <a:stretch/>
        </p:blipFill>
        <p:spPr>
          <a:xfrm>
            <a:off x="8767291" y="3513304"/>
            <a:ext cx="444558" cy="466964"/>
          </a:xfrm>
          <a:prstGeom prst="rect">
            <a:avLst/>
          </a:prstGeom>
        </p:spPr>
      </p:pic>
      <p:pic>
        <p:nvPicPr>
          <p:cNvPr id="26" name="Imagen 25">
            <a:extLst>
              <a:ext uri="{FF2B5EF4-FFF2-40B4-BE49-F238E27FC236}">
                <a16:creationId xmlns:a16="http://schemas.microsoft.com/office/drawing/2014/main" id="{CBBF4757-92AF-0548-4FF8-B640BA31DBC2}"/>
              </a:ext>
            </a:extLst>
          </p:cNvPr>
          <p:cNvPicPr>
            <a:picLocks noChangeAspect="1"/>
          </p:cNvPicPr>
          <p:nvPr/>
        </p:nvPicPr>
        <p:blipFill rotWithShape="1">
          <a:blip r:embed="rId10"/>
          <a:srcRect l="4914" r="54298"/>
          <a:stretch/>
        </p:blipFill>
        <p:spPr>
          <a:xfrm>
            <a:off x="10005649" y="3513304"/>
            <a:ext cx="416579" cy="433244"/>
          </a:xfrm>
          <a:prstGeom prst="rect">
            <a:avLst/>
          </a:prstGeom>
        </p:spPr>
      </p:pic>
      <p:pic>
        <p:nvPicPr>
          <p:cNvPr id="27" name="Imagen 26">
            <a:extLst>
              <a:ext uri="{FF2B5EF4-FFF2-40B4-BE49-F238E27FC236}">
                <a16:creationId xmlns:a16="http://schemas.microsoft.com/office/drawing/2014/main" id="{B0FD4948-62EF-3574-905F-BB7CCEED049D}"/>
              </a:ext>
            </a:extLst>
          </p:cNvPr>
          <p:cNvPicPr>
            <a:picLocks noChangeAspect="1"/>
          </p:cNvPicPr>
          <p:nvPr/>
        </p:nvPicPr>
        <p:blipFill rotWithShape="1">
          <a:blip r:embed="rId10"/>
          <a:srcRect l="55407" r="5195"/>
          <a:stretch/>
        </p:blipFill>
        <p:spPr>
          <a:xfrm>
            <a:off x="11216030" y="3513304"/>
            <a:ext cx="444558" cy="466964"/>
          </a:xfrm>
          <a:prstGeom prst="rect">
            <a:avLst/>
          </a:prstGeom>
        </p:spPr>
      </p:pic>
    </p:spTree>
    <p:extLst>
      <p:ext uri="{BB962C8B-B14F-4D97-AF65-F5344CB8AC3E}">
        <p14:creationId xmlns:p14="http://schemas.microsoft.com/office/powerpoint/2010/main" val="2162561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n 28">
            <a:extLst>
              <a:ext uri="{FF2B5EF4-FFF2-40B4-BE49-F238E27FC236}">
                <a16:creationId xmlns:a16="http://schemas.microsoft.com/office/drawing/2014/main" id="{EBD753F8-904F-6B58-3DA1-0F9E1306D889}"/>
              </a:ext>
            </a:extLst>
          </p:cNvPr>
          <p:cNvPicPr>
            <a:picLocks noChangeAspect="1"/>
          </p:cNvPicPr>
          <p:nvPr/>
        </p:nvPicPr>
        <p:blipFill>
          <a:blip r:embed="rId2"/>
          <a:stretch>
            <a:fillRect/>
          </a:stretch>
        </p:blipFill>
        <p:spPr>
          <a:xfrm>
            <a:off x="768096" y="0"/>
            <a:ext cx="9189720" cy="3070298"/>
          </a:xfrm>
          <a:prstGeom prst="rect">
            <a:avLst/>
          </a:prstGeom>
        </p:spPr>
      </p:pic>
      <p:grpSp>
        <p:nvGrpSpPr>
          <p:cNvPr id="16" name="Grupo 15">
            <a:extLst>
              <a:ext uri="{FF2B5EF4-FFF2-40B4-BE49-F238E27FC236}">
                <a16:creationId xmlns:a16="http://schemas.microsoft.com/office/drawing/2014/main" id="{64527E12-1CA7-8E61-ED39-20FD256EF949}"/>
              </a:ext>
            </a:extLst>
          </p:cNvPr>
          <p:cNvGrpSpPr/>
          <p:nvPr/>
        </p:nvGrpSpPr>
        <p:grpSpPr>
          <a:xfrm>
            <a:off x="1806324" y="3070298"/>
            <a:ext cx="6856012" cy="3323694"/>
            <a:chOff x="204818" y="3250842"/>
            <a:chExt cx="6856012" cy="3323694"/>
          </a:xfrm>
        </p:grpSpPr>
        <p:pic>
          <p:nvPicPr>
            <p:cNvPr id="3" name="Imagen 2">
              <a:extLst>
                <a:ext uri="{FF2B5EF4-FFF2-40B4-BE49-F238E27FC236}">
                  <a16:creationId xmlns:a16="http://schemas.microsoft.com/office/drawing/2014/main" id="{445C6DFE-D5E9-4F2B-CAE4-AB691BF95EB9}"/>
                </a:ext>
              </a:extLst>
            </p:cNvPr>
            <p:cNvPicPr>
              <a:picLocks noChangeAspect="1"/>
            </p:cNvPicPr>
            <p:nvPr/>
          </p:nvPicPr>
          <p:blipFill>
            <a:blip r:embed="rId3"/>
            <a:stretch>
              <a:fillRect/>
            </a:stretch>
          </p:blipFill>
          <p:spPr>
            <a:xfrm>
              <a:off x="204818" y="3602736"/>
              <a:ext cx="1547456" cy="2971800"/>
            </a:xfrm>
            <a:prstGeom prst="rect">
              <a:avLst/>
            </a:prstGeom>
          </p:spPr>
        </p:pic>
        <p:pic>
          <p:nvPicPr>
            <p:cNvPr id="5" name="Imagen 4">
              <a:extLst>
                <a:ext uri="{FF2B5EF4-FFF2-40B4-BE49-F238E27FC236}">
                  <a16:creationId xmlns:a16="http://schemas.microsoft.com/office/drawing/2014/main" id="{AE7DC257-3364-B129-060E-79017858F706}"/>
                </a:ext>
              </a:extLst>
            </p:cNvPr>
            <p:cNvPicPr>
              <a:picLocks noChangeAspect="1"/>
            </p:cNvPicPr>
            <p:nvPr/>
          </p:nvPicPr>
          <p:blipFill>
            <a:blip r:embed="rId4"/>
            <a:stretch>
              <a:fillRect/>
            </a:stretch>
          </p:blipFill>
          <p:spPr>
            <a:xfrm>
              <a:off x="1636776" y="3702888"/>
              <a:ext cx="3828664" cy="2771496"/>
            </a:xfrm>
            <a:prstGeom prst="rect">
              <a:avLst/>
            </a:prstGeom>
          </p:spPr>
        </p:pic>
        <p:pic>
          <p:nvPicPr>
            <p:cNvPr id="9" name="Imagen 8">
              <a:extLst>
                <a:ext uri="{FF2B5EF4-FFF2-40B4-BE49-F238E27FC236}">
                  <a16:creationId xmlns:a16="http://schemas.microsoft.com/office/drawing/2014/main" id="{DC0B5121-CDFB-8687-C836-31789D6980D6}"/>
                </a:ext>
              </a:extLst>
            </p:cNvPr>
            <p:cNvPicPr>
              <a:picLocks noChangeAspect="1"/>
            </p:cNvPicPr>
            <p:nvPr/>
          </p:nvPicPr>
          <p:blipFill>
            <a:blip r:embed="rId5"/>
            <a:stretch>
              <a:fillRect/>
            </a:stretch>
          </p:blipFill>
          <p:spPr>
            <a:xfrm>
              <a:off x="5465440" y="3475025"/>
              <a:ext cx="1595390" cy="2889504"/>
            </a:xfrm>
            <a:prstGeom prst="rect">
              <a:avLst/>
            </a:prstGeom>
          </p:spPr>
        </p:pic>
        <p:pic>
          <p:nvPicPr>
            <p:cNvPr id="10" name="Imagen 9">
              <a:extLst>
                <a:ext uri="{FF2B5EF4-FFF2-40B4-BE49-F238E27FC236}">
                  <a16:creationId xmlns:a16="http://schemas.microsoft.com/office/drawing/2014/main" id="{BE9CE9FB-E3B2-B964-0EAA-C2814ACFED4E}"/>
                </a:ext>
              </a:extLst>
            </p:cNvPr>
            <p:cNvPicPr>
              <a:picLocks noChangeAspect="1"/>
            </p:cNvPicPr>
            <p:nvPr/>
          </p:nvPicPr>
          <p:blipFill rotWithShape="1">
            <a:blip r:embed="rId6"/>
            <a:srcRect l="4914" r="54298"/>
            <a:stretch/>
          </p:blipFill>
          <p:spPr>
            <a:xfrm>
              <a:off x="1806324" y="3250842"/>
              <a:ext cx="416579" cy="433244"/>
            </a:xfrm>
            <a:prstGeom prst="rect">
              <a:avLst/>
            </a:prstGeom>
          </p:spPr>
        </p:pic>
        <p:pic>
          <p:nvPicPr>
            <p:cNvPr id="11" name="Imagen 10">
              <a:extLst>
                <a:ext uri="{FF2B5EF4-FFF2-40B4-BE49-F238E27FC236}">
                  <a16:creationId xmlns:a16="http://schemas.microsoft.com/office/drawing/2014/main" id="{615B0742-3463-F597-FFDB-B3C3F23B48E6}"/>
                </a:ext>
              </a:extLst>
            </p:cNvPr>
            <p:cNvPicPr>
              <a:picLocks noChangeAspect="1"/>
            </p:cNvPicPr>
            <p:nvPr/>
          </p:nvPicPr>
          <p:blipFill rotWithShape="1">
            <a:blip r:embed="rId6"/>
            <a:srcRect l="55407" r="5195"/>
            <a:stretch/>
          </p:blipFill>
          <p:spPr>
            <a:xfrm>
              <a:off x="2605223" y="3250842"/>
              <a:ext cx="444558" cy="466964"/>
            </a:xfrm>
            <a:prstGeom prst="rect">
              <a:avLst/>
            </a:prstGeom>
          </p:spPr>
        </p:pic>
        <p:pic>
          <p:nvPicPr>
            <p:cNvPr id="12" name="Imagen 11">
              <a:extLst>
                <a:ext uri="{FF2B5EF4-FFF2-40B4-BE49-F238E27FC236}">
                  <a16:creationId xmlns:a16="http://schemas.microsoft.com/office/drawing/2014/main" id="{CFFA0A99-4DF7-B661-9A06-E2BDB5DAF23A}"/>
                </a:ext>
              </a:extLst>
            </p:cNvPr>
            <p:cNvPicPr>
              <a:picLocks noChangeAspect="1"/>
            </p:cNvPicPr>
            <p:nvPr/>
          </p:nvPicPr>
          <p:blipFill rotWithShape="1">
            <a:blip r:embed="rId6"/>
            <a:srcRect l="4914" r="54298"/>
            <a:stretch/>
          </p:blipFill>
          <p:spPr>
            <a:xfrm>
              <a:off x="3660701" y="3250842"/>
              <a:ext cx="416579" cy="433244"/>
            </a:xfrm>
            <a:prstGeom prst="rect">
              <a:avLst/>
            </a:prstGeom>
          </p:spPr>
        </p:pic>
        <p:pic>
          <p:nvPicPr>
            <p:cNvPr id="13" name="Imagen 12">
              <a:extLst>
                <a:ext uri="{FF2B5EF4-FFF2-40B4-BE49-F238E27FC236}">
                  <a16:creationId xmlns:a16="http://schemas.microsoft.com/office/drawing/2014/main" id="{904EB608-9004-B31C-DD26-4F604ADAE3B6}"/>
                </a:ext>
              </a:extLst>
            </p:cNvPr>
            <p:cNvPicPr>
              <a:picLocks noChangeAspect="1"/>
            </p:cNvPicPr>
            <p:nvPr/>
          </p:nvPicPr>
          <p:blipFill rotWithShape="1">
            <a:blip r:embed="rId6"/>
            <a:srcRect l="55407" r="5195"/>
            <a:stretch/>
          </p:blipFill>
          <p:spPr>
            <a:xfrm>
              <a:off x="4496176" y="3250842"/>
              <a:ext cx="444558" cy="466964"/>
            </a:xfrm>
            <a:prstGeom prst="rect">
              <a:avLst/>
            </a:prstGeom>
          </p:spPr>
        </p:pic>
      </p:grpSp>
    </p:spTree>
    <p:extLst>
      <p:ext uri="{BB962C8B-B14F-4D97-AF65-F5344CB8AC3E}">
        <p14:creationId xmlns:p14="http://schemas.microsoft.com/office/powerpoint/2010/main" val="3402001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5A8D6CA-4ACA-C02A-DE33-FCD13D13B073}"/>
              </a:ext>
            </a:extLst>
          </p:cNvPr>
          <p:cNvPicPr>
            <a:picLocks noChangeAspect="1"/>
          </p:cNvPicPr>
          <p:nvPr/>
        </p:nvPicPr>
        <p:blipFill>
          <a:blip r:embed="rId2"/>
          <a:stretch>
            <a:fillRect/>
          </a:stretch>
        </p:blipFill>
        <p:spPr>
          <a:xfrm>
            <a:off x="146304" y="1106735"/>
            <a:ext cx="7741048" cy="2724290"/>
          </a:xfrm>
          <a:prstGeom prst="rect">
            <a:avLst/>
          </a:prstGeom>
        </p:spPr>
      </p:pic>
      <p:pic>
        <p:nvPicPr>
          <p:cNvPr id="5" name="Imagen 4">
            <a:extLst>
              <a:ext uri="{FF2B5EF4-FFF2-40B4-BE49-F238E27FC236}">
                <a16:creationId xmlns:a16="http://schemas.microsoft.com/office/drawing/2014/main" id="{9C516C12-0132-3D76-E0C3-574709CC6BBF}"/>
              </a:ext>
            </a:extLst>
          </p:cNvPr>
          <p:cNvPicPr>
            <a:picLocks noChangeAspect="1"/>
          </p:cNvPicPr>
          <p:nvPr/>
        </p:nvPicPr>
        <p:blipFill rotWithShape="1">
          <a:blip r:embed="rId3"/>
          <a:srcRect l="-3834" r="17149"/>
          <a:stretch/>
        </p:blipFill>
        <p:spPr>
          <a:xfrm>
            <a:off x="6177369" y="1456003"/>
            <a:ext cx="5581816" cy="2025754"/>
          </a:xfrm>
          <a:prstGeom prst="rect">
            <a:avLst/>
          </a:prstGeom>
        </p:spPr>
      </p:pic>
      <p:pic>
        <p:nvPicPr>
          <p:cNvPr id="7" name="Imagen 6">
            <a:extLst>
              <a:ext uri="{FF2B5EF4-FFF2-40B4-BE49-F238E27FC236}">
                <a16:creationId xmlns:a16="http://schemas.microsoft.com/office/drawing/2014/main" id="{9C9E607C-D775-EBA2-BA5B-D464AE0DB4F4}"/>
              </a:ext>
            </a:extLst>
          </p:cNvPr>
          <p:cNvPicPr>
            <a:picLocks noChangeAspect="1"/>
          </p:cNvPicPr>
          <p:nvPr/>
        </p:nvPicPr>
        <p:blipFill>
          <a:blip r:embed="rId4"/>
          <a:stretch>
            <a:fillRect/>
          </a:stretch>
        </p:blipFill>
        <p:spPr>
          <a:xfrm>
            <a:off x="2530045" y="3429000"/>
            <a:ext cx="6839301" cy="3124361"/>
          </a:xfrm>
          <a:prstGeom prst="rect">
            <a:avLst/>
          </a:prstGeom>
        </p:spPr>
      </p:pic>
      <p:sp>
        <p:nvSpPr>
          <p:cNvPr id="8" name="CuadroTexto 7">
            <a:extLst>
              <a:ext uri="{FF2B5EF4-FFF2-40B4-BE49-F238E27FC236}">
                <a16:creationId xmlns:a16="http://schemas.microsoft.com/office/drawing/2014/main" id="{DE8E4C5D-1B6A-87B9-31AE-BC836A4A8B89}"/>
              </a:ext>
            </a:extLst>
          </p:cNvPr>
          <p:cNvSpPr txBox="1"/>
          <p:nvPr/>
        </p:nvSpPr>
        <p:spPr>
          <a:xfrm>
            <a:off x="10067544" y="4544568"/>
            <a:ext cx="1810512" cy="369332"/>
          </a:xfrm>
          <a:prstGeom prst="rect">
            <a:avLst/>
          </a:prstGeom>
          <a:noFill/>
        </p:spPr>
        <p:txBody>
          <a:bodyPr wrap="square" rtlCol="0">
            <a:spAutoFit/>
          </a:bodyPr>
          <a:lstStyle/>
          <a:p>
            <a:r>
              <a:rPr lang="es-CO" dirty="0" err="1"/>
              <a:t>Tensorboard</a:t>
            </a:r>
            <a:endParaRPr lang="en-US" dirty="0"/>
          </a:p>
        </p:txBody>
      </p:sp>
    </p:spTree>
    <p:extLst>
      <p:ext uri="{BB962C8B-B14F-4D97-AF65-F5344CB8AC3E}">
        <p14:creationId xmlns:p14="http://schemas.microsoft.com/office/powerpoint/2010/main" val="868519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06F8D11-073F-8B83-19B3-BBA264A3B347}"/>
              </a:ext>
            </a:extLst>
          </p:cNvPr>
          <p:cNvPicPr>
            <a:picLocks noChangeAspect="1"/>
          </p:cNvPicPr>
          <p:nvPr/>
        </p:nvPicPr>
        <p:blipFill>
          <a:blip r:embed="rId2"/>
          <a:stretch>
            <a:fillRect/>
          </a:stretch>
        </p:blipFill>
        <p:spPr>
          <a:xfrm>
            <a:off x="1798131" y="375192"/>
            <a:ext cx="3657789" cy="3429000"/>
          </a:xfrm>
          <a:prstGeom prst="rect">
            <a:avLst/>
          </a:prstGeom>
        </p:spPr>
      </p:pic>
      <p:pic>
        <p:nvPicPr>
          <p:cNvPr id="8" name="Imagen 7">
            <a:extLst>
              <a:ext uri="{FF2B5EF4-FFF2-40B4-BE49-F238E27FC236}">
                <a16:creationId xmlns:a16="http://schemas.microsoft.com/office/drawing/2014/main" id="{71D5E6AA-606A-81A0-3EBC-0694F0F84D6E}"/>
              </a:ext>
            </a:extLst>
          </p:cNvPr>
          <p:cNvPicPr>
            <a:picLocks noChangeAspect="1"/>
          </p:cNvPicPr>
          <p:nvPr/>
        </p:nvPicPr>
        <p:blipFill>
          <a:blip r:embed="rId3"/>
          <a:stretch>
            <a:fillRect/>
          </a:stretch>
        </p:blipFill>
        <p:spPr>
          <a:xfrm>
            <a:off x="5368374" y="375192"/>
            <a:ext cx="6305655" cy="3429001"/>
          </a:xfrm>
          <a:prstGeom prst="rect">
            <a:avLst/>
          </a:prstGeom>
        </p:spPr>
      </p:pic>
      <p:sp>
        <p:nvSpPr>
          <p:cNvPr id="2" name="CuadroTexto 1">
            <a:extLst>
              <a:ext uri="{FF2B5EF4-FFF2-40B4-BE49-F238E27FC236}">
                <a16:creationId xmlns:a16="http://schemas.microsoft.com/office/drawing/2014/main" id="{389EB85B-7782-2F3D-02DC-47A8EA4D8CD4}"/>
              </a:ext>
            </a:extLst>
          </p:cNvPr>
          <p:cNvSpPr txBox="1"/>
          <p:nvPr/>
        </p:nvSpPr>
        <p:spPr>
          <a:xfrm>
            <a:off x="713232" y="517636"/>
            <a:ext cx="1920240" cy="369332"/>
          </a:xfrm>
          <a:prstGeom prst="rect">
            <a:avLst/>
          </a:prstGeom>
          <a:noFill/>
        </p:spPr>
        <p:txBody>
          <a:bodyPr wrap="square" rtlCol="0">
            <a:spAutoFit/>
          </a:bodyPr>
          <a:lstStyle/>
          <a:p>
            <a:r>
              <a:rPr lang="es-CO" dirty="0"/>
              <a:t>Aumento de datos</a:t>
            </a:r>
            <a:endParaRPr lang="en-US" dirty="0"/>
          </a:p>
        </p:txBody>
      </p:sp>
      <p:sp>
        <p:nvSpPr>
          <p:cNvPr id="9" name="CuadroTexto 8">
            <a:extLst>
              <a:ext uri="{FF2B5EF4-FFF2-40B4-BE49-F238E27FC236}">
                <a16:creationId xmlns:a16="http://schemas.microsoft.com/office/drawing/2014/main" id="{F5079DB0-3967-4C2B-5260-B2DD81D5EFD1}"/>
              </a:ext>
            </a:extLst>
          </p:cNvPr>
          <p:cNvSpPr txBox="1"/>
          <p:nvPr/>
        </p:nvSpPr>
        <p:spPr>
          <a:xfrm>
            <a:off x="3081528" y="4526280"/>
            <a:ext cx="4800600" cy="369332"/>
          </a:xfrm>
          <a:prstGeom prst="rect">
            <a:avLst/>
          </a:prstGeom>
          <a:noFill/>
        </p:spPr>
        <p:txBody>
          <a:bodyPr wrap="square" rtlCol="0">
            <a:spAutoFit/>
          </a:bodyPr>
          <a:lstStyle/>
          <a:p>
            <a:r>
              <a:rPr lang="es-CO" dirty="0" err="1"/>
              <a:t>Dropout</a:t>
            </a:r>
            <a:endParaRPr lang="en-US" dirty="0"/>
          </a:p>
        </p:txBody>
      </p:sp>
    </p:spTree>
    <p:extLst>
      <p:ext uri="{BB962C8B-B14F-4D97-AF65-F5344CB8AC3E}">
        <p14:creationId xmlns:p14="http://schemas.microsoft.com/office/powerpoint/2010/main" val="395336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4BFF05C-B75F-FC4A-21CD-F8FE66497F38}"/>
              </a:ext>
            </a:extLst>
          </p:cNvPr>
          <p:cNvSpPr txBox="1"/>
          <p:nvPr/>
        </p:nvSpPr>
        <p:spPr>
          <a:xfrm>
            <a:off x="757644" y="844290"/>
            <a:ext cx="10023567" cy="3785652"/>
          </a:xfrm>
          <a:prstGeom prst="rect">
            <a:avLst/>
          </a:prstGeom>
          <a:noFill/>
        </p:spPr>
        <p:txBody>
          <a:bodyPr wrap="square">
            <a:spAutoFit/>
          </a:bodyPr>
          <a:lstStyle/>
          <a:p>
            <a:pPr algn="just"/>
            <a:r>
              <a:rPr lang="es-ES" sz="2400" dirty="0">
                <a:latin typeface="Eco Sans Bold"/>
              </a:rPr>
              <a:t>A medida que aprendimos a entrenar redes neuronales profundas con una gran cantidad de pesos, surgió una idea fundamental: considerar los valores numéricos del filtro como pesos y aprenderlos directamente a partir de los datos, del mismo modo que aprendemos los demás pesos de la red neuronal.</a:t>
            </a:r>
          </a:p>
          <a:p>
            <a:pPr algn="just"/>
            <a:endParaRPr lang="es-ES" sz="2400" dirty="0">
              <a:latin typeface="Eco Sans Bold"/>
            </a:endParaRPr>
          </a:p>
          <a:p>
            <a:pPr marL="285750" indent="-285750" algn="just">
              <a:buFont typeface="Arial" panose="020B0604020202020204" pitchFamily="34" charset="0"/>
              <a:buChar char="•"/>
            </a:pPr>
            <a:r>
              <a:rPr lang="es-ES" sz="2400" dirty="0">
                <a:latin typeface="Eco Sans Bold"/>
              </a:rPr>
              <a:t>Esto es posible porque un filtro convolucional es, en esencia, una neurona, aunque tiene características especiales (véase el apéndice).</a:t>
            </a:r>
          </a:p>
          <a:p>
            <a:pPr marL="285750" indent="-285750" algn="just">
              <a:buFont typeface="Arial" panose="020B0604020202020204" pitchFamily="34" charset="0"/>
              <a:buChar char="•"/>
            </a:pPr>
            <a:r>
              <a:rPr lang="es-ES" sz="2400" dirty="0">
                <a:latin typeface="Eco Sans Bold"/>
              </a:rPr>
              <a:t>Por lo tanto, toda nuestra estructura de aprendizaje —neuronas, capas, funciones de pérdida y descenso del gradiente— se puede aplicar perfectamente a las redes neuronales convolucionales.</a:t>
            </a:r>
          </a:p>
        </p:txBody>
      </p:sp>
    </p:spTree>
    <p:extLst>
      <p:ext uri="{BB962C8B-B14F-4D97-AF65-F5344CB8AC3E}">
        <p14:creationId xmlns:p14="http://schemas.microsoft.com/office/powerpoint/2010/main" val="1860947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FD888E9-A86F-2286-BE79-FB0EB2DC1E1A}"/>
              </a:ext>
            </a:extLst>
          </p:cNvPr>
          <p:cNvSpPr txBox="1"/>
          <p:nvPr/>
        </p:nvSpPr>
        <p:spPr>
          <a:xfrm>
            <a:off x="583475" y="338023"/>
            <a:ext cx="10937965" cy="5847755"/>
          </a:xfrm>
          <a:prstGeom prst="rect">
            <a:avLst/>
          </a:prstGeom>
          <a:noFill/>
        </p:spPr>
        <p:txBody>
          <a:bodyPr wrap="square">
            <a:spAutoFit/>
          </a:bodyPr>
          <a:lstStyle/>
          <a:p>
            <a:pPr algn="just"/>
            <a:r>
              <a:rPr lang="es-ES" sz="2200" b="1" dirty="0">
                <a:latin typeface="Eco Sans Bold"/>
              </a:rPr>
              <a:t>Aprendizaje de los filtros convolucionales</a:t>
            </a:r>
          </a:p>
          <a:p>
            <a:pPr algn="just"/>
            <a:endParaRPr lang="es-ES" sz="2200" b="1" dirty="0">
              <a:latin typeface="Eco Sans Bold"/>
            </a:endParaRPr>
          </a:p>
          <a:p>
            <a:pPr marL="342900" indent="-342900" algn="just">
              <a:buFont typeface="Arial" panose="020B0604020202020204" pitchFamily="34" charset="0"/>
              <a:buChar char="•"/>
            </a:pPr>
            <a:r>
              <a:rPr lang="es-ES" sz="2200" b="1" dirty="0">
                <a:solidFill>
                  <a:srgbClr val="006464"/>
                </a:solidFill>
                <a:latin typeface="Eco Sans Bold"/>
              </a:rPr>
              <a:t>Diseño manual: </a:t>
            </a:r>
            <a:r>
              <a:rPr lang="es-ES" sz="2200" dirty="0">
                <a:latin typeface="Eco Sans Bold"/>
              </a:rPr>
              <a:t>inicialmente, los investigadores diseñaban los filtros convolucionales manualmente para detectar características de las imágenes, como bordes, líneas y formas.</a:t>
            </a:r>
          </a:p>
          <a:p>
            <a:pPr marL="342900" indent="-342900" algn="just">
              <a:buFont typeface="Arial" panose="020B0604020202020204" pitchFamily="34" charset="0"/>
              <a:buChar char="•"/>
            </a:pPr>
            <a:r>
              <a:rPr lang="es-ES" sz="2200" dirty="0">
                <a:latin typeface="Eco Sans Bold"/>
              </a:rPr>
              <a:t> </a:t>
            </a:r>
            <a:r>
              <a:rPr lang="es-ES" sz="2200" b="1" dirty="0">
                <a:solidFill>
                  <a:srgbClr val="17B750"/>
                </a:solidFill>
                <a:latin typeface="Eco Sans Bold"/>
              </a:rPr>
              <a:t>Aprendizaje automático de los filtros: </a:t>
            </a:r>
            <a:r>
              <a:rPr lang="es-ES" sz="2200" dirty="0">
                <a:latin typeface="Eco Sans Bold"/>
              </a:rPr>
              <a:t>posteriormente, se descubrió que los valores de los filtros podían tratarse como pesos y aprenderse directamente de los datos durante el entrenamiento de la red neuronal.</a:t>
            </a:r>
          </a:p>
          <a:p>
            <a:pPr marL="342900" indent="-342900" algn="just">
              <a:buFont typeface="Arial" panose="020B0604020202020204" pitchFamily="34" charset="0"/>
              <a:buChar char="•"/>
            </a:pPr>
            <a:r>
              <a:rPr lang="es-ES" sz="2200" dirty="0">
                <a:latin typeface="Eco Sans Bold"/>
              </a:rPr>
              <a:t> </a:t>
            </a:r>
            <a:r>
              <a:rPr lang="es-ES" sz="2200" b="1" dirty="0">
                <a:solidFill>
                  <a:srgbClr val="006464"/>
                </a:solidFill>
                <a:latin typeface="Eco Sans Bold"/>
              </a:rPr>
              <a:t>Avance en visión por computador: </a:t>
            </a:r>
            <a:r>
              <a:rPr lang="es-ES" sz="2200" dirty="0">
                <a:latin typeface="Eco Sans Bold"/>
              </a:rPr>
              <a:t>este descubrimiento fue un punto de inflexión, ya que mejoró considerablemente la capacidad de los algoritmos para reconocer y analizar imágenes.</a:t>
            </a:r>
          </a:p>
          <a:p>
            <a:pPr marL="342900" indent="-342900" algn="just">
              <a:buFont typeface="Arial" panose="020B0604020202020204" pitchFamily="34" charset="0"/>
              <a:buChar char="•"/>
            </a:pPr>
            <a:r>
              <a:rPr lang="es-ES" sz="2200" b="1" dirty="0">
                <a:solidFill>
                  <a:srgbClr val="17B750"/>
                </a:solidFill>
                <a:latin typeface="Eco Sans Bold"/>
              </a:rPr>
              <a:t>Capas profundas: </a:t>
            </a:r>
            <a:r>
              <a:rPr lang="es-ES" sz="2200" dirty="0">
                <a:latin typeface="Eco Sans Bold"/>
              </a:rPr>
              <a:t>las primeras capas convolucionales suelen detectar características sencillas, como bordes y líneas, mientras que las capas posteriores combinan esas características para reconocer patrones más complejos, como texturas, formas y objetos. Además, pueden integrar información de regiones más amplias de la imagen original.</a:t>
            </a:r>
          </a:p>
          <a:p>
            <a:pPr marL="342900" indent="-342900" algn="just">
              <a:buFont typeface="Arial" panose="020B0604020202020204" pitchFamily="34" charset="0"/>
              <a:buChar char="•"/>
            </a:pPr>
            <a:r>
              <a:rPr lang="es-ES" sz="2200" b="1" dirty="0">
                <a:solidFill>
                  <a:srgbClr val="006464"/>
                </a:solidFill>
                <a:latin typeface="Eco Sans Bold"/>
              </a:rPr>
              <a:t>Idea fundamental: </a:t>
            </a:r>
            <a:r>
              <a:rPr lang="es-ES" sz="2200" dirty="0">
                <a:latin typeface="Eco Sans Bold"/>
              </a:rPr>
              <a:t>las redes neuronales convolucionales aprenden automáticamente qué características detectar y cómo combinarlas, sin necesidad de diseñar manualmente cada filtro.</a:t>
            </a:r>
          </a:p>
        </p:txBody>
      </p:sp>
    </p:spTree>
    <p:extLst>
      <p:ext uri="{BB962C8B-B14F-4D97-AF65-F5344CB8AC3E}">
        <p14:creationId xmlns:p14="http://schemas.microsoft.com/office/powerpoint/2010/main" val="3125441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31EC41C-DE28-F0F1-064B-E35002F94030}"/>
              </a:ext>
            </a:extLst>
          </p:cNvPr>
          <p:cNvSpPr txBox="1"/>
          <p:nvPr/>
        </p:nvSpPr>
        <p:spPr>
          <a:xfrm>
            <a:off x="644434" y="427447"/>
            <a:ext cx="6818811" cy="1938992"/>
          </a:xfrm>
          <a:prstGeom prst="rect">
            <a:avLst/>
          </a:prstGeom>
          <a:noFill/>
        </p:spPr>
        <p:txBody>
          <a:bodyPr wrap="square">
            <a:spAutoFit/>
          </a:bodyPr>
          <a:lstStyle/>
          <a:p>
            <a:pPr algn="just"/>
            <a:r>
              <a:rPr lang="es-ES" sz="2400" dirty="0">
                <a:latin typeface="Eco Sans Bold"/>
              </a:rPr>
              <a:t>Como resultado, una red neuronal con muchas capas convolucionales puede aprender características cada vez más complejas, desde bordes y líneas en las primeras capas hasta formas, texturas y objetos en las capas más profundas.</a:t>
            </a:r>
            <a:endParaRPr lang="en-US" sz="2400" dirty="0">
              <a:latin typeface="Eco Sans Bold"/>
            </a:endParaRPr>
          </a:p>
        </p:txBody>
      </p:sp>
      <p:pic>
        <p:nvPicPr>
          <p:cNvPr id="5" name="Imagen 4">
            <a:extLst>
              <a:ext uri="{FF2B5EF4-FFF2-40B4-BE49-F238E27FC236}">
                <a16:creationId xmlns:a16="http://schemas.microsoft.com/office/drawing/2014/main" id="{74C90D8C-0D79-7477-B446-980CA8ECD114}"/>
              </a:ext>
            </a:extLst>
          </p:cNvPr>
          <p:cNvPicPr>
            <a:picLocks noChangeAspect="1"/>
          </p:cNvPicPr>
          <p:nvPr/>
        </p:nvPicPr>
        <p:blipFill>
          <a:blip r:embed="rId2"/>
          <a:stretch>
            <a:fillRect/>
          </a:stretch>
        </p:blipFill>
        <p:spPr>
          <a:xfrm>
            <a:off x="2931163" y="3194714"/>
            <a:ext cx="6921856" cy="2349621"/>
          </a:xfrm>
          <a:prstGeom prst="rect">
            <a:avLst/>
          </a:prstGeom>
        </p:spPr>
      </p:pic>
    </p:spTree>
    <p:extLst>
      <p:ext uri="{BB962C8B-B14F-4D97-AF65-F5344CB8AC3E}">
        <p14:creationId xmlns:p14="http://schemas.microsoft.com/office/powerpoint/2010/main" val="1349396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DF4DCB4-0AA8-7FB4-A3C7-6F6F5BE90715}"/>
              </a:ext>
            </a:extLst>
          </p:cNvPr>
          <p:cNvSpPr txBox="1"/>
          <p:nvPr/>
        </p:nvSpPr>
        <p:spPr>
          <a:xfrm>
            <a:off x="2124890" y="1769404"/>
            <a:ext cx="8316687" cy="1938992"/>
          </a:xfrm>
          <a:prstGeom prst="rect">
            <a:avLst/>
          </a:prstGeom>
          <a:noFill/>
        </p:spPr>
        <p:txBody>
          <a:bodyPr wrap="square">
            <a:spAutoFit/>
          </a:bodyPr>
          <a:lstStyle/>
          <a:p>
            <a:pPr algn="just"/>
            <a:r>
              <a:rPr lang="es-ES" sz="2400" dirty="0">
                <a:latin typeface="Eco Sans Bold"/>
              </a:rPr>
              <a:t>• Dado que las capas convolucionales sucesivas pueden «ver» una porción cada vez mayor de la imagen de entrada original, las capas de Max </a:t>
            </a:r>
            <a:r>
              <a:rPr lang="es-ES" sz="2400" dirty="0" err="1">
                <a:latin typeface="Eco Sans Bold"/>
              </a:rPr>
              <a:t>Pooling</a:t>
            </a:r>
            <a:r>
              <a:rPr lang="es-ES" sz="2400" dirty="0">
                <a:latin typeface="Eco Sans Bold"/>
              </a:rPr>
              <a:t> que las siguen también pueden detectar si una característica está presente en una región cada vez más amplia de la imagen original.</a:t>
            </a:r>
            <a:endParaRPr lang="en-US" sz="2400" dirty="0">
              <a:latin typeface="Eco Sans Bold"/>
            </a:endParaRPr>
          </a:p>
        </p:txBody>
      </p:sp>
    </p:spTree>
    <p:extLst>
      <p:ext uri="{BB962C8B-B14F-4D97-AF65-F5344CB8AC3E}">
        <p14:creationId xmlns:p14="http://schemas.microsoft.com/office/powerpoint/2010/main" val="238977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BFC149D-8D9E-43F7-8AE7-1ADDCD8CC55E}"/>
              </a:ext>
            </a:extLst>
          </p:cNvPr>
          <p:cNvSpPr txBox="1"/>
          <p:nvPr/>
        </p:nvSpPr>
        <p:spPr>
          <a:xfrm>
            <a:off x="583473" y="381391"/>
            <a:ext cx="7785463" cy="523220"/>
          </a:xfrm>
          <a:prstGeom prst="rect">
            <a:avLst/>
          </a:prstGeom>
          <a:noFill/>
        </p:spPr>
        <p:txBody>
          <a:bodyPr wrap="square">
            <a:spAutoFit/>
          </a:bodyPr>
          <a:lstStyle/>
          <a:p>
            <a:r>
              <a:rPr lang="en-US" sz="2800" b="1" dirty="0" err="1">
                <a:latin typeface="Eco Sans Bold"/>
              </a:rPr>
              <a:t>Aprendizaje</a:t>
            </a:r>
            <a:r>
              <a:rPr lang="en-US" sz="2800" b="1" dirty="0">
                <a:latin typeface="Eco Sans Bold"/>
              </a:rPr>
              <a:t> </a:t>
            </a:r>
            <a:r>
              <a:rPr lang="en-US" sz="2800" b="1" dirty="0" err="1">
                <a:latin typeface="Eco Sans Bold"/>
              </a:rPr>
              <a:t>por</a:t>
            </a:r>
            <a:r>
              <a:rPr lang="en-US" sz="2800" b="1" dirty="0">
                <a:latin typeface="Eco Sans Bold"/>
              </a:rPr>
              <a:t> </a:t>
            </a:r>
            <a:r>
              <a:rPr lang="en-US" sz="2800" b="1" dirty="0" err="1">
                <a:latin typeface="Eco Sans Bold"/>
              </a:rPr>
              <a:t>transferencia</a:t>
            </a:r>
            <a:r>
              <a:rPr lang="en-US" sz="2800" b="1" dirty="0">
                <a:latin typeface="Eco Sans Bold"/>
              </a:rPr>
              <a:t> (Transfer Learning)</a:t>
            </a:r>
          </a:p>
        </p:txBody>
      </p:sp>
      <p:sp>
        <p:nvSpPr>
          <p:cNvPr id="7" name="CuadroTexto 6">
            <a:extLst>
              <a:ext uri="{FF2B5EF4-FFF2-40B4-BE49-F238E27FC236}">
                <a16:creationId xmlns:a16="http://schemas.microsoft.com/office/drawing/2014/main" id="{D77DA105-4E9F-A95C-91A0-F657ED61B81B}"/>
              </a:ext>
            </a:extLst>
          </p:cNvPr>
          <p:cNvSpPr txBox="1"/>
          <p:nvPr/>
        </p:nvSpPr>
        <p:spPr>
          <a:xfrm>
            <a:off x="3117669" y="2908553"/>
            <a:ext cx="6096000" cy="1200329"/>
          </a:xfrm>
          <a:prstGeom prst="rect">
            <a:avLst/>
          </a:prstGeom>
          <a:noFill/>
        </p:spPr>
        <p:txBody>
          <a:bodyPr wrap="square">
            <a:spAutoFit/>
          </a:bodyPr>
          <a:lstStyle/>
          <a:p>
            <a:pPr algn="just"/>
            <a:r>
              <a:rPr lang="es-ES" sz="2400" dirty="0">
                <a:latin typeface="Eco Sans Bold"/>
              </a:rPr>
              <a:t>La idea principal es aprovechar lo que una red neuronal ya aprendió para resolver un problema nuevo, sin empezar desde cero.</a:t>
            </a:r>
            <a:endParaRPr lang="en-US" sz="2400" dirty="0">
              <a:latin typeface="Eco Sans Bold"/>
            </a:endParaRPr>
          </a:p>
        </p:txBody>
      </p:sp>
    </p:spTree>
    <p:extLst>
      <p:ext uri="{BB962C8B-B14F-4D97-AF65-F5344CB8AC3E}">
        <p14:creationId xmlns:p14="http://schemas.microsoft.com/office/powerpoint/2010/main" val="688850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30A7ED1-3AB0-4C6C-2BA8-640AA444F594}"/>
              </a:ext>
            </a:extLst>
          </p:cNvPr>
          <p:cNvSpPr txBox="1"/>
          <p:nvPr/>
        </p:nvSpPr>
        <p:spPr>
          <a:xfrm>
            <a:off x="705395" y="280239"/>
            <a:ext cx="9144000" cy="1938992"/>
          </a:xfrm>
          <a:prstGeom prst="rect">
            <a:avLst/>
          </a:prstGeom>
          <a:noFill/>
        </p:spPr>
        <p:txBody>
          <a:bodyPr wrap="square">
            <a:spAutoFit/>
          </a:bodyPr>
          <a:lstStyle/>
          <a:p>
            <a:pPr algn="just"/>
            <a:r>
              <a:rPr lang="es-ES" sz="2400" b="1" dirty="0">
                <a:latin typeface="Eco Sans Bold"/>
              </a:rPr>
              <a:t>Tendencia 1. Crear arquitecturas adecuadas para cada tipo de dato</a:t>
            </a:r>
          </a:p>
          <a:p>
            <a:pPr algn="just"/>
            <a:endParaRPr lang="es-ES" sz="2400" b="1" dirty="0">
              <a:latin typeface="Eco Sans Bold"/>
            </a:endParaRPr>
          </a:p>
          <a:p>
            <a:pPr algn="just"/>
            <a:r>
              <a:rPr lang="es-ES" sz="2400" dirty="0">
                <a:latin typeface="Eco Sans Bold"/>
              </a:rPr>
              <a:t>Los investigadores descubrieron que ciertas estructuras de redes neuronales funcionan especialmente bien con determinados tipos de datos.</a:t>
            </a:r>
          </a:p>
        </p:txBody>
      </p:sp>
      <p:pic>
        <p:nvPicPr>
          <p:cNvPr id="5" name="Imagen 4">
            <a:extLst>
              <a:ext uri="{FF2B5EF4-FFF2-40B4-BE49-F238E27FC236}">
                <a16:creationId xmlns:a16="http://schemas.microsoft.com/office/drawing/2014/main" id="{2515E037-2A96-E320-F802-D64F819B118B}"/>
              </a:ext>
            </a:extLst>
          </p:cNvPr>
          <p:cNvPicPr>
            <a:picLocks noChangeAspect="1"/>
          </p:cNvPicPr>
          <p:nvPr/>
        </p:nvPicPr>
        <p:blipFill>
          <a:blip r:embed="rId2"/>
          <a:stretch>
            <a:fillRect/>
          </a:stretch>
        </p:blipFill>
        <p:spPr>
          <a:xfrm>
            <a:off x="418013" y="2219231"/>
            <a:ext cx="1959429" cy="1176680"/>
          </a:xfrm>
          <a:prstGeom prst="rect">
            <a:avLst/>
          </a:prstGeom>
        </p:spPr>
      </p:pic>
      <p:sp>
        <p:nvSpPr>
          <p:cNvPr id="7" name="CuadroTexto 6">
            <a:extLst>
              <a:ext uri="{FF2B5EF4-FFF2-40B4-BE49-F238E27FC236}">
                <a16:creationId xmlns:a16="http://schemas.microsoft.com/office/drawing/2014/main" id="{ADC1683A-2210-D3B2-524B-8BCA2DDB51FF}"/>
              </a:ext>
            </a:extLst>
          </p:cNvPr>
          <p:cNvSpPr txBox="1"/>
          <p:nvPr/>
        </p:nvSpPr>
        <p:spPr>
          <a:xfrm>
            <a:off x="2464526" y="2068907"/>
            <a:ext cx="5077097" cy="1477328"/>
          </a:xfrm>
          <a:prstGeom prst="rect">
            <a:avLst/>
          </a:prstGeom>
          <a:noFill/>
        </p:spPr>
        <p:txBody>
          <a:bodyPr wrap="square">
            <a:spAutoFit/>
          </a:bodyPr>
          <a:lstStyle/>
          <a:p>
            <a:pPr algn="just"/>
            <a:r>
              <a:rPr lang="es-ES" b="1" dirty="0">
                <a:solidFill>
                  <a:srgbClr val="006464"/>
                </a:solidFill>
                <a:latin typeface="Eco Sans Bold"/>
              </a:rPr>
              <a:t>1. Conexiones residuales</a:t>
            </a:r>
          </a:p>
          <a:p>
            <a:pPr algn="just"/>
            <a:r>
              <a:rPr lang="es-ES" dirty="0">
                <a:latin typeface="Eco Sans Bold"/>
              </a:rPr>
              <a:t>Se utilizan en distintos tipos de redes. Permiten que la información avance por la red mediante conexiones que saltan algunas capas, facilitando el entrenamiento de redes profundas.</a:t>
            </a:r>
          </a:p>
        </p:txBody>
      </p:sp>
      <p:pic>
        <p:nvPicPr>
          <p:cNvPr id="9" name="Imagen 8">
            <a:extLst>
              <a:ext uri="{FF2B5EF4-FFF2-40B4-BE49-F238E27FC236}">
                <a16:creationId xmlns:a16="http://schemas.microsoft.com/office/drawing/2014/main" id="{C4C0CFDE-E047-AA19-05EC-34D4D2E5E245}"/>
              </a:ext>
            </a:extLst>
          </p:cNvPr>
          <p:cNvPicPr>
            <a:picLocks noChangeAspect="1"/>
          </p:cNvPicPr>
          <p:nvPr/>
        </p:nvPicPr>
        <p:blipFill>
          <a:blip r:embed="rId3"/>
          <a:stretch>
            <a:fillRect/>
          </a:stretch>
        </p:blipFill>
        <p:spPr>
          <a:xfrm>
            <a:off x="485444" y="3742476"/>
            <a:ext cx="1735243" cy="1119936"/>
          </a:xfrm>
          <a:prstGeom prst="rect">
            <a:avLst/>
          </a:prstGeom>
        </p:spPr>
      </p:pic>
      <p:pic>
        <p:nvPicPr>
          <p:cNvPr id="11" name="Imagen 10">
            <a:extLst>
              <a:ext uri="{FF2B5EF4-FFF2-40B4-BE49-F238E27FC236}">
                <a16:creationId xmlns:a16="http://schemas.microsoft.com/office/drawing/2014/main" id="{3C9A00B2-B253-0D64-2BE8-374575A22B8E}"/>
              </a:ext>
            </a:extLst>
          </p:cNvPr>
          <p:cNvPicPr>
            <a:picLocks noChangeAspect="1"/>
          </p:cNvPicPr>
          <p:nvPr/>
        </p:nvPicPr>
        <p:blipFill>
          <a:blip r:embed="rId4"/>
          <a:stretch>
            <a:fillRect/>
          </a:stretch>
        </p:blipFill>
        <p:spPr>
          <a:xfrm>
            <a:off x="810119" y="5208977"/>
            <a:ext cx="1085891" cy="1025638"/>
          </a:xfrm>
          <a:prstGeom prst="rect">
            <a:avLst/>
          </a:prstGeom>
        </p:spPr>
      </p:pic>
      <p:sp>
        <p:nvSpPr>
          <p:cNvPr id="13" name="CuadroTexto 12">
            <a:extLst>
              <a:ext uri="{FF2B5EF4-FFF2-40B4-BE49-F238E27FC236}">
                <a16:creationId xmlns:a16="http://schemas.microsoft.com/office/drawing/2014/main" id="{74F870E0-F3D6-5405-C43A-CB77980ECA2F}"/>
              </a:ext>
            </a:extLst>
          </p:cNvPr>
          <p:cNvSpPr txBox="1"/>
          <p:nvPr/>
        </p:nvSpPr>
        <p:spPr>
          <a:xfrm>
            <a:off x="2538548" y="3805719"/>
            <a:ext cx="4929051" cy="923330"/>
          </a:xfrm>
          <a:prstGeom prst="rect">
            <a:avLst/>
          </a:prstGeom>
          <a:noFill/>
        </p:spPr>
        <p:txBody>
          <a:bodyPr wrap="square">
            <a:spAutoFit/>
          </a:bodyPr>
          <a:lstStyle/>
          <a:p>
            <a:pPr algn="just"/>
            <a:r>
              <a:rPr lang="es-ES" b="1" dirty="0">
                <a:solidFill>
                  <a:srgbClr val="FF00FF"/>
                </a:solidFill>
                <a:latin typeface="Eco Sans Bold"/>
              </a:rPr>
              <a:t>2. Capas convolucionales (CNN)</a:t>
            </a:r>
          </a:p>
          <a:p>
            <a:pPr algn="just"/>
            <a:r>
              <a:rPr lang="es-ES" dirty="0">
                <a:latin typeface="Eco Sans Bold"/>
              </a:rPr>
              <a:t>Son muy útiles para imágenes. Aprenden a detectar bordes, líneas, texturas, formas y objetos</a:t>
            </a:r>
            <a:r>
              <a:rPr lang="es-ES" dirty="0"/>
              <a:t>.</a:t>
            </a:r>
          </a:p>
        </p:txBody>
      </p:sp>
      <p:sp>
        <p:nvSpPr>
          <p:cNvPr id="15" name="CuadroTexto 14">
            <a:extLst>
              <a:ext uri="{FF2B5EF4-FFF2-40B4-BE49-F238E27FC236}">
                <a16:creationId xmlns:a16="http://schemas.microsoft.com/office/drawing/2014/main" id="{B08D15FA-78AB-4BF6-1E70-7A2CB94446E3}"/>
              </a:ext>
            </a:extLst>
          </p:cNvPr>
          <p:cNvSpPr txBox="1"/>
          <p:nvPr/>
        </p:nvSpPr>
        <p:spPr>
          <a:xfrm>
            <a:off x="2490652" y="4988533"/>
            <a:ext cx="5190308" cy="1200329"/>
          </a:xfrm>
          <a:prstGeom prst="rect">
            <a:avLst/>
          </a:prstGeom>
          <a:noFill/>
        </p:spPr>
        <p:txBody>
          <a:bodyPr wrap="square">
            <a:spAutoFit/>
          </a:bodyPr>
          <a:lstStyle/>
          <a:p>
            <a:pPr algn="just"/>
            <a:r>
              <a:rPr lang="es-ES" b="1" dirty="0">
                <a:solidFill>
                  <a:schemeClr val="accent6">
                    <a:lumMod val="75000"/>
                  </a:schemeClr>
                </a:solidFill>
                <a:latin typeface="Eco Sans Bold"/>
              </a:rPr>
              <a:t>3. Transformers</a:t>
            </a:r>
          </a:p>
          <a:p>
            <a:pPr algn="just"/>
            <a:r>
              <a:rPr lang="es-ES" dirty="0">
                <a:latin typeface="Eco Sans Bold"/>
              </a:rPr>
              <a:t>Son muy útiles para secuencias, como textos, audio y datos ordenados en el tiempo. Aprenden relaciones entre diferentes elementos de una secuencia.</a:t>
            </a:r>
          </a:p>
        </p:txBody>
      </p:sp>
      <p:sp>
        <p:nvSpPr>
          <p:cNvPr id="17" name="CuadroTexto 16">
            <a:extLst>
              <a:ext uri="{FF2B5EF4-FFF2-40B4-BE49-F238E27FC236}">
                <a16:creationId xmlns:a16="http://schemas.microsoft.com/office/drawing/2014/main" id="{D53E4C27-F95C-AEC9-72D1-F890ECBB144B}"/>
              </a:ext>
            </a:extLst>
          </p:cNvPr>
          <p:cNvSpPr txBox="1"/>
          <p:nvPr/>
        </p:nvSpPr>
        <p:spPr>
          <a:xfrm>
            <a:off x="8551815" y="3266373"/>
            <a:ext cx="3222172" cy="1754326"/>
          </a:xfrm>
          <a:prstGeom prst="rect">
            <a:avLst/>
          </a:prstGeom>
          <a:noFill/>
        </p:spPr>
        <p:txBody>
          <a:bodyPr wrap="square">
            <a:spAutoFit/>
          </a:bodyPr>
          <a:lstStyle/>
          <a:p>
            <a:pPr algn="just"/>
            <a:r>
              <a:rPr lang="es-ES" dirty="0"/>
              <a:t>No todas las redes neuronales se diseñan de la misma manera. Los investigadores desarrollaron arquitecturas que aprovechan mejor las características de cada tipo de información.</a:t>
            </a:r>
            <a:endParaRPr lang="en-US" dirty="0"/>
          </a:p>
        </p:txBody>
      </p:sp>
    </p:spTree>
    <p:extLst>
      <p:ext uri="{BB962C8B-B14F-4D97-AF65-F5344CB8AC3E}">
        <p14:creationId xmlns:p14="http://schemas.microsoft.com/office/powerpoint/2010/main" val="1996190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4971CD4-2A41-3849-2DC8-F039D544013B}"/>
              </a:ext>
            </a:extLst>
          </p:cNvPr>
          <p:cNvSpPr txBox="1"/>
          <p:nvPr/>
        </p:nvSpPr>
        <p:spPr>
          <a:xfrm>
            <a:off x="304799" y="282751"/>
            <a:ext cx="8926285" cy="3477875"/>
          </a:xfrm>
          <a:prstGeom prst="rect">
            <a:avLst/>
          </a:prstGeom>
          <a:noFill/>
        </p:spPr>
        <p:txBody>
          <a:bodyPr wrap="square">
            <a:spAutoFit/>
          </a:bodyPr>
          <a:lstStyle/>
          <a:p>
            <a:pPr algn="just"/>
            <a:r>
              <a:rPr lang="es-ES" sz="2200" b="1" dirty="0">
                <a:latin typeface="Eco Sans Bold"/>
              </a:rPr>
              <a:t>Tendencia 2. Entrenar redes con grandes cantidades de datos</a:t>
            </a:r>
          </a:p>
          <a:p>
            <a:pPr algn="just"/>
            <a:endParaRPr lang="es-ES" sz="2200" dirty="0">
              <a:latin typeface="Eco Sans Bold"/>
            </a:endParaRPr>
          </a:p>
          <a:p>
            <a:pPr algn="just"/>
            <a:r>
              <a:rPr lang="es-ES" sz="2200" dirty="0">
                <a:latin typeface="Eco Sans Bold"/>
              </a:rPr>
              <a:t>Una vez diseñadas estas arquitecturas, los investigadores las entrenaron con grandes bases de datos del mundo real.</a:t>
            </a:r>
          </a:p>
          <a:p>
            <a:pPr algn="just"/>
            <a:endParaRPr lang="es-ES" sz="2200" dirty="0">
              <a:latin typeface="Eco Sans Bold"/>
            </a:endParaRPr>
          </a:p>
          <a:p>
            <a:pPr algn="just"/>
            <a:r>
              <a:rPr lang="es-ES" sz="2200" dirty="0">
                <a:latin typeface="Eco Sans Bold"/>
              </a:rPr>
              <a:t>Por ejemplo, una red puede entrenarse con millones de imágenes para aprender a reconocer características visuales.</a:t>
            </a:r>
          </a:p>
          <a:p>
            <a:pPr algn="just"/>
            <a:endParaRPr lang="es-ES" sz="2200" dirty="0">
              <a:latin typeface="Eco Sans Bold"/>
            </a:endParaRPr>
          </a:p>
          <a:p>
            <a:pPr algn="just"/>
            <a:r>
              <a:rPr lang="es-ES" sz="2200" dirty="0">
                <a:latin typeface="Eco Sans Bold"/>
              </a:rPr>
              <a:t>Como resultado, se obtienen modelos </a:t>
            </a:r>
            <a:r>
              <a:rPr lang="es-ES" sz="2200" dirty="0" err="1">
                <a:latin typeface="Eco Sans Bold"/>
              </a:rPr>
              <a:t>preentrenados</a:t>
            </a:r>
            <a:r>
              <a:rPr lang="es-ES" sz="2200" dirty="0">
                <a:latin typeface="Eco Sans Bold"/>
              </a:rPr>
              <a:t>: redes neuronales que ya han aprendido una gran cantidad de patrones.</a:t>
            </a:r>
          </a:p>
        </p:txBody>
      </p:sp>
      <p:pic>
        <p:nvPicPr>
          <p:cNvPr id="5" name="Imagen 4">
            <a:extLst>
              <a:ext uri="{FF2B5EF4-FFF2-40B4-BE49-F238E27FC236}">
                <a16:creationId xmlns:a16="http://schemas.microsoft.com/office/drawing/2014/main" id="{A7C09923-33B3-7864-6272-AADF3A67685D}"/>
              </a:ext>
            </a:extLst>
          </p:cNvPr>
          <p:cNvPicPr>
            <a:picLocks noChangeAspect="1"/>
          </p:cNvPicPr>
          <p:nvPr/>
        </p:nvPicPr>
        <p:blipFill>
          <a:blip r:embed="rId2"/>
          <a:stretch>
            <a:fillRect/>
          </a:stretch>
        </p:blipFill>
        <p:spPr>
          <a:xfrm>
            <a:off x="831666" y="3917526"/>
            <a:ext cx="6331275" cy="2349621"/>
          </a:xfrm>
          <a:prstGeom prst="rect">
            <a:avLst/>
          </a:prstGeom>
        </p:spPr>
      </p:pic>
      <p:sp>
        <p:nvSpPr>
          <p:cNvPr id="7" name="CuadroTexto 6">
            <a:extLst>
              <a:ext uri="{FF2B5EF4-FFF2-40B4-BE49-F238E27FC236}">
                <a16:creationId xmlns:a16="http://schemas.microsoft.com/office/drawing/2014/main" id="{92844A75-6FA7-3957-EBDC-5EE400889DCF}"/>
              </a:ext>
            </a:extLst>
          </p:cNvPr>
          <p:cNvSpPr txBox="1"/>
          <p:nvPr/>
        </p:nvSpPr>
        <p:spPr>
          <a:xfrm>
            <a:off x="8186057" y="4826675"/>
            <a:ext cx="4005943" cy="2031325"/>
          </a:xfrm>
          <a:prstGeom prst="rect">
            <a:avLst/>
          </a:prstGeom>
          <a:noFill/>
        </p:spPr>
        <p:txBody>
          <a:bodyPr wrap="square">
            <a:spAutoFit/>
          </a:bodyPr>
          <a:lstStyle/>
          <a:p>
            <a:pPr algn="just"/>
            <a:r>
              <a:rPr lang="es-ES" dirty="0">
                <a:latin typeface="Eco Sans Bold"/>
              </a:rPr>
              <a:t>La primera tendencia consiste en diseñar mejores redes neuronales. La segunda consiste en entrenarlas con grandes cantidades de datos. El aprendizaje por transferencia permite reutilizar lo que esas redes ya aprendieron para resolver nuevos problemas.</a:t>
            </a:r>
            <a:endParaRPr lang="en-US" dirty="0">
              <a:latin typeface="Eco Sans Bold"/>
            </a:endParaRPr>
          </a:p>
        </p:txBody>
      </p:sp>
    </p:spTree>
    <p:extLst>
      <p:ext uri="{BB962C8B-B14F-4D97-AF65-F5344CB8AC3E}">
        <p14:creationId xmlns:p14="http://schemas.microsoft.com/office/powerpoint/2010/main" val="10165497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13066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7528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55429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992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5182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4956</TotalTime>
  <Words>992</Words>
  <Application>Microsoft Office PowerPoint</Application>
  <PresentationFormat>Panorámica</PresentationFormat>
  <Paragraphs>178</Paragraphs>
  <Slides>34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34</vt:i4>
      </vt:variant>
    </vt:vector>
  </HeadingPairs>
  <TitlesOfParts>
    <vt:vector size="41" baseType="lpstr">
      <vt:lpstr>Aptos</vt:lpstr>
      <vt:lpstr>Arial</vt:lpstr>
      <vt:lpstr>Arial Unicode MS</vt:lpstr>
      <vt:lpstr>Calibri</vt:lpstr>
      <vt:lpstr>Cambria Math</vt:lpstr>
      <vt:lpstr>Eco Sans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Carlos andres Niño niño</dc:creator>
  <cp:keywords/>
  <dc:description>generated using python-pptx</dc:description>
  <cp:lastModifiedBy>Carlos andres Niño niño</cp:lastModifiedBy>
  <cp:revision>96</cp:revision>
  <dcterms:created xsi:type="dcterms:W3CDTF">2013-01-27T09:14:16Z</dcterms:created>
  <dcterms:modified xsi:type="dcterms:W3CDTF">2026-10-14T17:09:48Z</dcterms:modified>
  <cp:category/>
</cp:coreProperties>
</file>