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297" r:id="rId4"/>
    <p:sldId id="298" r:id="rId5"/>
    <p:sldId id="314" r:id="rId6"/>
    <p:sldId id="278" r:id="rId7"/>
    <p:sldId id="31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A48"/>
    <a:srgbClr val="006464"/>
    <a:srgbClr val="297F35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DF6AC-DF46-A63C-4D71-917159029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F1FD9B-411E-9994-C2DE-B2BD1CBF3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D6BE37-8630-E721-4CB1-20A2DFD8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566928-C4D6-3C0D-2362-FB9087A6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04D7B-AFE6-87A0-87A9-CE874190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7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B4873-1D68-68A7-54A7-687C1CD0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17A88-EDB3-3F2E-E053-1F58C510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A0EE0C-0C37-603E-6D26-C495E820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6EB079-8D68-AFFE-B816-83DA8057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CC1754-C62A-1782-1949-C0AADA88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8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F68BB-4F90-C55E-6E6A-70D4FAF8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EA661B-FAE5-65F6-34F1-571A1116E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AB8A93-0D45-27B2-422F-8BF98CA8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0A2764-C6EE-4924-FDC5-C300BDEA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ACA07F-C943-BC48-0D76-B74E1100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7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0EB14-9469-D24F-3142-3985DCCE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15CD94-27A4-17D9-6C97-CE535931B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706B58-0C49-C44A-B844-17146C2B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1C59A9-0CA0-E76D-78B8-656B2961D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6E0121-1683-7CF0-DE2B-8634DA91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0B2539-0031-3C4F-BEFD-9052E05F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5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E76BC-D080-2E20-7590-80C2F66B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3CE50E-8920-8B20-8B71-420434AF5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974929-6F65-A480-7843-D2487F91E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9AEEE0D-BC8A-A3C8-450F-8608F9FA8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2E6705-4514-5D07-4C64-F5133F228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918EAB-FCBC-D174-76DB-9D0A5D22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B9CA9C-93CE-A375-31C2-6E158782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1A50D8-A717-66EC-54CA-59E0DD9B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1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C83B9-02ED-F3E5-837C-5C86AD2C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295C2A-9DDE-EE4F-3F7B-80AB7D55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825093-86A6-AE88-E98C-7027EEDD3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192D52-EAE2-DACE-6061-F721C0AE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4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08EFE3-3F60-3162-3969-141D4392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1957861-09A5-4F46-A300-DB1D80E7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708B50-E114-9BBE-FCC3-7546C71F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C45EE-413B-E2AC-9A06-F3F9C59F7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800BB6-41CD-E96A-E87D-980D362C9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EDEF36-F84D-BB84-BAAE-AF0E1BF5C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33A061-33A5-FC12-DC87-1B3C41F1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0B179B-1518-BABA-25BB-EFA98DE7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E0371C-85C2-0222-2465-1F30A9B5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4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7A97E-77B2-95A8-4263-D8CE6159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E48DE66-36BE-E58A-F0EB-C2A570E93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220D60-3B4C-611C-968E-4ECE98F39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A1D8A4-77C6-984A-5801-A87F157E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43838F-203F-090B-8EF2-9866C13D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A403F9-6CFB-E90A-9805-03554EF4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1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E4C20-6E6A-0215-4FAB-87A9741A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76B8C7-64D6-6D24-F249-AE4D1149D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4D8969-B465-72E5-1FEC-DF61687B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DCDDA8-78F7-5DF5-FCBB-13042498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CA46A7-F074-F63E-F06F-EDF15455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5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B6D6CD-7FF7-1BAF-D6F9-777DD3123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594148-5238-45EA-1CA3-989A924D1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A58BF-F812-9198-19C8-543B29F6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CE0505-40C8-DA4F-7C60-DA00E8322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BBDB6E-5146-03F2-0913-E8144EAD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3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A8AC01D-6003-150E-E1AD-BA64F787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FFCCB5-CDBF-79EB-B576-959565BC1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C85470-92CC-6744-A922-7C067FFDA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65632-4FF4-453B-8592-6EFB8A0D6F6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68FBF1-6F0E-343D-4A51-4E00E5261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75E564-2AA9-45EC-73DE-5809C7658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EF399-A986-4643-A07F-7881AE6869B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0BA99-F944-5C61-8604-3060DE9405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37EC4F-5BD3-6C5D-2D2F-ECB4F57169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72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AD61B69-7E2F-602F-4903-E4DA51E82A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2" t="9195" r="4382"/>
          <a:stretch/>
        </p:blipFill>
        <p:spPr>
          <a:xfrm>
            <a:off x="94595" y="1"/>
            <a:ext cx="5520812" cy="3429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722020F-88CA-AA01-E0E7-90E3AC23C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543" y="3063516"/>
            <a:ext cx="7048524" cy="37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73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D988F4-2FC9-71FB-1199-81A2752D8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9023" cy="32897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CDA07D-8DCF-DA59-7189-9DBAD9B14F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7" t="3574" r="9152"/>
          <a:stretch/>
        </p:blipFill>
        <p:spPr>
          <a:xfrm>
            <a:off x="6085322" y="3289738"/>
            <a:ext cx="5918750" cy="35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0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B01E1C-71A4-E02F-4D3B-3A3EF9436D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7" t="2837" r="2441" b="2113"/>
          <a:stretch/>
        </p:blipFill>
        <p:spPr>
          <a:xfrm>
            <a:off x="1" y="1"/>
            <a:ext cx="6047664" cy="3429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675075B-5EC9-247A-7F26-6783E49F8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34" y="2980751"/>
            <a:ext cx="6520629" cy="373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12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6E3754B-968B-BFF4-3058-08D4A90FE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61" y="0"/>
            <a:ext cx="4991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0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4C9A19-412E-DF4F-F5EB-62FAA10F6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6" y="0"/>
            <a:ext cx="4709492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36C87E-64B0-EF86-E5D4-571EF9FE0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814938"/>
            <a:ext cx="5070909" cy="507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501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9515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andres Niño niño</dc:creator>
  <cp:lastModifiedBy>Carlos andres Niño niño</cp:lastModifiedBy>
  <cp:revision>41</cp:revision>
  <dcterms:created xsi:type="dcterms:W3CDTF">2026-09-25T15:15:04Z</dcterms:created>
  <dcterms:modified xsi:type="dcterms:W3CDTF">2026-10-05T15:38:12Z</dcterms:modified>
</cp:coreProperties>
</file>