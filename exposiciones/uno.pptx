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1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A554A-8877-8FA9-E996-360242027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CAE22A-4797-E095-466F-6787853E8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72B07B-695B-453C-E6AE-A2AF940C4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C4D2-BFC2-430A-9C9A-F643D6C54C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822FBB-FEA5-1004-399A-B6BEFA70D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1F36DF-8CBC-FC4B-F0C2-EFB5CD98B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42EC-67F0-4ADF-BED8-0B2BE95BA1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6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CDEB2-4863-3EDA-3B8E-5C1C228A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6BEA5C-056A-E32A-10F8-2AD73B3DC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A49419-4087-E24F-021E-6E42D406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C4D2-BFC2-430A-9C9A-F643D6C54C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8456DE-A62A-83CF-0BD4-4DE767BF6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DC856F-738C-5F3A-CF25-30DA8E5D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42EC-67F0-4ADF-BED8-0B2BE95BA1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7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F62BE-DAEC-272B-DF85-D8B520D03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C02525-EAFB-9910-1D36-994D3789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BD9C74-7CF6-9752-4E9C-A8484D18D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C4D2-BFC2-430A-9C9A-F643D6C54C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B81305-F308-0A9A-BAF7-5C661E40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1E4854-9D5B-186B-51B6-7F8E0D878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42EC-67F0-4ADF-BED8-0B2BE95BA1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87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652D7-A580-07A5-812B-EE7D4553A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C5BD83-280A-F347-9EEF-6D8FF6309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B49695-CAE8-2346-B725-F7106E2CB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D4E77B-6456-9DD0-14A9-133273B8E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C4D2-BFC2-430A-9C9A-F643D6C54C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7361F5-BC22-C1FC-F8C2-5CDCFE012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5720F6-C8F0-1560-A3C2-53658D0A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42EC-67F0-4ADF-BED8-0B2BE95BA1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8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8CD0F-A806-3399-EA5A-147F65971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A84C94-16F4-47F4-E371-FFC043F6A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CFEC03-23CA-DAFD-8015-F59D5C510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164FA90-E32B-5C97-E200-04C674419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590241C-2F04-C8A3-5D35-173C1547BB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4D2B2E-87B2-74DE-3B5E-84C8E81C5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C4D2-BFC2-430A-9C9A-F643D6C54C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3180C37-9D4C-7EFC-3E12-988304B5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6DC950B-AB52-E88F-D9BE-8710A38C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42EC-67F0-4ADF-BED8-0B2BE95BA1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33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9DC34-D76C-1B00-0BBA-53106EBE0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BD5CC40-9200-F9BB-4192-8734EBC89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C4D2-BFC2-430A-9C9A-F643D6C54C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86F2BE-40F5-A7AD-D0B3-FFA68DFB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71A4D0-06EA-A9A5-161D-18909EA84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42EC-67F0-4ADF-BED8-0B2BE95BA1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0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5AA9D2-23F6-346E-935C-48C9A4739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C4D2-BFC2-430A-9C9A-F643D6C54C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DAA7C8-B372-FBA2-7AF9-89701E08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F33341-558B-97B0-3EC6-13DC529C2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42EC-67F0-4ADF-BED8-0B2BE95BA1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69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DEF0E-CB81-E131-C7AE-9AEAC8C16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1E36CF-1410-D880-A47D-272A3CAED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EF78BD-92AB-E5A0-48BE-12DEE6FA7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BFF68A-EFAF-0A94-5473-257BAD06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C4D2-BFC2-430A-9C9A-F643D6C54C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C8100D-AFA2-E7F2-A63D-F1E3BAED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986718-E962-089B-884D-6024B7D0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42EC-67F0-4ADF-BED8-0B2BE95BA1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57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4AF96-1B47-A2AA-9E6D-EA65368E2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E09255-7D1C-09FF-9635-E5A131203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F788631-729B-E7E7-8E90-F19E6AA43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B84AC1-948B-8D10-C50B-8C7A06EB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C4D2-BFC2-430A-9C9A-F643D6C54C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99CD4-BE4C-28FF-6436-C2C5FD733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B63D8B-A536-B296-8B9B-FBBAEB6C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42EC-67F0-4ADF-BED8-0B2BE95BA1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49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4C5F1-206E-5045-9983-CFED1D966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EBF03A-A217-0B7D-2175-CC9C0FBAF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DA18E3-0D0D-A7C9-AFD6-68190DCA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C4D2-BFC2-430A-9C9A-F643D6C54C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41D385-F40E-A9AE-0132-AA5CD360D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7561DB-737A-E483-BAEA-E3FE2EA5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42EC-67F0-4ADF-BED8-0B2BE95BA1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43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3C9AC0-645A-D9EC-1257-0F7A6204A9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3AE476-90E0-BA63-C8F6-3316F13E1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1EC9E9-3878-520C-44DD-756ADAAC5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C4D2-BFC2-430A-9C9A-F643D6C54C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64789B-F6B2-8ADC-0ED8-7268041B6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754561-4072-B307-5459-7BFACCDCA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42EC-67F0-4ADF-BED8-0B2BE95BA1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06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D4F0437-6D87-CE89-C482-1A567147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0BE410-834C-DA94-DBDC-DEECF3C12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001EBC-5FDC-A942-96F3-C70A2D71D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1C4D2-BFC2-430A-9C9A-F643D6C54C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07C26A-A906-FBA3-0947-2F4E39D87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13AB70-7A35-A97C-06F7-3FE1BE6E4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B42EC-67F0-4ADF-BED8-0B2BE95BA1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1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331709E-4B8B-3462-6DE6-F888DBEA5D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937" b="4099"/>
          <a:stretch/>
        </p:blipFill>
        <p:spPr>
          <a:xfrm>
            <a:off x="1346661" y="1271847"/>
            <a:ext cx="8961120" cy="524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9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F2201AD-F27C-E7B5-743F-6491D1CFC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20" y="1149233"/>
            <a:ext cx="7982360" cy="455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4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0DA58ED-761F-F92B-BD3B-1D2F5CC3B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680" y="1409596"/>
            <a:ext cx="7588640" cy="403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10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34007E5-164A-057A-5EE5-5179BA744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088" y="1387370"/>
            <a:ext cx="7283824" cy="408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088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FA13654-736A-0360-F1C7-D44B0307C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380" y="1215911"/>
            <a:ext cx="7563239" cy="44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27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81D14D3-AAFC-1B19-F8D5-63FB73099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173" y="507076"/>
            <a:ext cx="8675111" cy="498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71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andres Niño niño</dc:creator>
  <cp:lastModifiedBy>Carlos andres Niño niño</cp:lastModifiedBy>
  <cp:revision>1</cp:revision>
  <dcterms:created xsi:type="dcterms:W3CDTF">2026-08-26T12:42:34Z</dcterms:created>
  <dcterms:modified xsi:type="dcterms:W3CDTF">2026-08-26T12:44:39Z</dcterms:modified>
</cp:coreProperties>
</file>